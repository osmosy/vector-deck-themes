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E141D">
              <a:alpha val="70000"/>
            </a:srgbClr>
          </a:solidFill>
          <a:ln w="9525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D7E4F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D7E4F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5EEAD4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E93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D7E4F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5EEAD4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D7E4F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D7E4F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7E4F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EEAD4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