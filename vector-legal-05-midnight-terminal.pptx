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154679" y="5925312"/>
            <a:ext cx="5888736" cy="384048"/>
          </a:xfrm>
          <a:prstGeom prst="roundRect">
            <a:avLst>
              <a:gd name="adj" fmla="val 50000"/>
            </a:avLst>
          </a:prstGeom>
          <a:solidFill>
            <a:srgbClr val="0A0E14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A0E14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310896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449927" y="138988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E141D">
              <a:alpha val="70000"/>
            </a:srgbClr>
          </a:solidFill>
          <a:ln w="9525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9927" y="1463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180">
                <a:solidFill>
                  <a:srgbClr val="D7E4F0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470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5EEAD4"/>
                </a:solidFill>
                <a:latin typeface="Inter Display"/>
              </a:rPr>
              <a:t>Vector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3017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D7E4F0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5EEAD4"/>
                </a:solidFill>
                <a:latin typeface="Inter Display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6B7E93"/>
                </a:solidFill>
                <a:latin typeface="JetBrains Mono"/>
              </a:rPr>
              <a:t>плагинов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5EEAD4"/>
                </a:solidFill>
                <a:latin typeface="Inter Display"/>
              </a:rPr>
              <a:t>168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6B7E93"/>
                </a:solidFill>
                <a:latin typeface="JetBrains Mono"/>
              </a:rPr>
              <a:t>навыков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77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5EEAD4"/>
                </a:solidFill>
                <a:latin typeface="Inter Display"/>
              </a:rPr>
              <a:t>РФ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6B7E93"/>
                </a:solidFill>
                <a:latin typeface="JetBrains Mono"/>
              </a:rPr>
              <a:t>право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5138928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5248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59893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E93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630936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E93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A0E14"/>
              </a:gs>
              <a:gs pos="100000">
                <a:srgbClr val="181C22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EEAD4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D7E4F0"/>
                </a:solidFill>
                <a:latin typeface="Inter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5EEAD4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E93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7E4F0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0E141D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EEAD4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7E4F0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E93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E9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A0E14"/>
              </a:gs>
              <a:gs pos="100000">
                <a:srgbClr val="181C22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EEAD4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D7E4F0"/>
                </a:solidFill>
                <a:latin typeface="Inte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4615"/>
            </a:avLst>
          </a:prstGeom>
          <a:solidFill>
            <a:srgbClr val="0E141D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EEAD4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E93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E9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A0E14"/>
              </a:gs>
              <a:gs pos="100000">
                <a:srgbClr val="181C22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EEAD4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D7E4F0"/>
                </a:solidFill>
                <a:latin typeface="Inte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E93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E9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A0E14"/>
              </a:gs>
              <a:gs pos="100000">
                <a:srgbClr val="181C22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EEAD4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D7E4F0"/>
                </a:solidFill>
                <a:latin typeface="Inte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E93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E9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A0E14"/>
              </a:gs>
              <a:gs pos="100000">
                <a:srgbClr val="181C22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EEAD4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D7E4F0"/>
                </a:solidFill>
                <a:latin typeface="Inter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E4F0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4390"/>
            </a:avLst>
          </a:prstGeom>
          <a:solidFill>
            <a:srgbClr val="0E141D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EEAD4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E93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E9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A0E14"/>
              </a:gs>
              <a:gs pos="100000">
                <a:srgbClr val="181C22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EEAD4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D7E4F0"/>
                </a:solidFill>
                <a:latin typeface="Inte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E93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E9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A0E14"/>
              </a:gs>
              <a:gs pos="100000">
                <a:srgbClr val="181C22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EEAD4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D7E4F0"/>
                </a:solidFill>
                <a:latin typeface="Inter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E93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E93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5EEAD4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4615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4615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5806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E93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E9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A0E14"/>
              </a:gs>
              <a:gs pos="100000">
                <a:srgbClr val="181C22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EEAD4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D7E4F0"/>
                </a:solidFill>
                <a:latin typeface="Inte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E93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E93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E93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E93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E93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E93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E93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E93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E93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E9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A0E14"/>
              </a:gs>
              <a:gs pos="100000">
                <a:srgbClr val="181C22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EEAD4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D7E4F0"/>
                </a:solidFill>
                <a:latin typeface="Inte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11826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E93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4000"/>
            </a:avLst>
          </a:prstGeom>
          <a:solidFill>
            <a:srgbClr val="0E141D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EEAD4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E93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E9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A0E14"/>
              </a:gs>
              <a:gs pos="100000">
                <a:srgbClr val="181C22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EEAD4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D7E4F0"/>
                </a:solidFill>
                <a:latin typeface="Inte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0E141D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EEAD4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0E141D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EEAD4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8181"/>
            </a:avLst>
          </a:prstGeom>
          <a:solidFill>
            <a:srgbClr val="0E141D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EEAD4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E93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E93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E9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A0E14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5EEAD4"/>
                </a:solidFill>
                <a:latin typeface="Inter Display"/>
              </a:rPr>
              <a:t>Vector Legal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7E4F0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D7E4F0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6B7E93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6B7E93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D7E4F0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EEAD4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E93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E93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