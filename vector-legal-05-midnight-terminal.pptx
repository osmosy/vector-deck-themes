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251960" y="6245352"/>
            <a:ext cx="3694176" cy="365760"/>
          </a:xfrm>
          <a:prstGeom prst="roundRect">
            <a:avLst>
              <a:gd name="adj" fmla="val 50000"/>
            </a:avLst>
          </a:prstGeom>
          <a:solidFill>
            <a:srgbClr val="0A0E14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54679" y="5925312"/>
            <a:ext cx="5888736" cy="384048"/>
          </a:xfrm>
          <a:prstGeom prst="roundRect">
            <a:avLst>
              <a:gd name="adj" fmla="val 50000"/>
            </a:avLst>
          </a:prstGeom>
          <a:solidFill>
            <a:srgbClr val="0A0E14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A0E14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ro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0E141D">
              <a:alpha val="70000"/>
            </a:srgbClr>
          </a:solidFill>
          <a:ln w="9525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D7E4F0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5EEAD4"/>
                </a:solidFill>
                <a:latin typeface="Inter Display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D7E4F0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5EEAD4"/>
                </a:solidFill>
                <a:latin typeface="Inter Display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B7E93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5EEAD4"/>
                </a:solidFill>
                <a:latin typeface="Inter Display"/>
              </a:rPr>
              <a:t>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B7E93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5EEAD4"/>
                </a:solidFill>
                <a:latin typeface="Inter Display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6B7E93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B7E93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7E93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5EEAD4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E93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D7E4F0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D7E4F0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D7E4F0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E93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E93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5EEAD4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EEAD4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E93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11826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5EEAD4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7E93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A0E14"/>
              </a:gs>
              <a:gs pos="100000">
                <a:srgbClr val="181C22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5EEAD4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D7E4F0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0E141D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5EEAD4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B7E93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E93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6B7E93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A0E14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5EEAD4"/>
                </a:solidFill>
                <a:latin typeface="Inte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D7E4F0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D7E4F0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B7E93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6B7E93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D7E4F0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5EEAD4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B7E93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6B7E93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