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A0E14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0E141D">
              <a:alpha val="70000"/>
            </a:srgbClr>
          </a:solidFill>
          <a:ln w="9525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D7E4F0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5EEAD4"/>
                </a:solidFill>
                <a:latin typeface="Inter Display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D7E4F0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5EEAD4"/>
                </a:solidFill>
                <a:latin typeface="Inter Display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B7E93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5EEAD4"/>
                </a:solidFill>
                <a:latin typeface="Inter Display"/>
              </a:rPr>
              <a:t>167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B7E93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5EEAD4"/>
                </a:solidFill>
                <a:latin typeface="Inter Display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B7E93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B7E93"/>
                </a:solidFill>
                <a:latin typeface="Inter"/>
              </a:rPr>
              <a:t>Адаптация из anthropics/claude-for-legal · Apache-2.0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7E93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5EEAD4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E93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D7E4F0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Адаптация (Osmosy, Apache-2.0)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D7E4F0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D7E4F0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E93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E93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5EEAD4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Без MCP все цитаты — [модель знания — проверь]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A0E14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5EEAD4"/>
                </a:solidFill>
                <a:latin typeface="Inte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D7E4F0"/>
                </a:solidFill>
                <a:latin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D7E4F0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B7E93"/>
                </a:solidFill>
                <a:latin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B7E93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D7E4F0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EEAD4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B7E93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7E93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