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navy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251960" y="6245352"/>
            <a:ext cx="3694176" cy="365760"/>
          </a:xfrm>
          <a:prstGeom prst="roundRect">
            <a:avLst>
              <a:gd name="adj" fmla="val 50000"/>
            </a:avLst>
          </a:prstGeom>
          <a:solidFill>
            <a:srgbClr val="0F1B2D">
              <a:alpha val="9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F1B2D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75607" y="1389888"/>
            <a:ext cx="3840480" cy="384048"/>
          </a:xfrm>
          <a:prstGeom prst="roundRect">
            <a:avLst>
              <a:gd name="adj" fmla="val 50000"/>
            </a:avLst>
          </a:prstGeom>
          <a:solidFill>
            <a:srgbClr val="14243B">
              <a:alpha val="70000"/>
            </a:srgbClr>
          </a:solidFill>
          <a:ln w="9525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75607" y="146304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180">
                <a:solidFill>
                  <a:srgbClr val="F5EFE0"/>
                </a:solidFill>
                <a:latin typeface="JetBrains Mono"/>
              </a:rPr>
              <a:t>MUSIC AI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847088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C9A227"/>
                </a:solidFill>
                <a:latin typeface="Playfair Display"/>
              </a:rPr>
              <a:t>Vector Music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3017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F5EFE0"/>
                </a:solidFill>
                <a:latin typeface="Inter"/>
              </a:rPr>
              <a:t>Локальная генерация музыки для Hermes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29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C9A227"/>
                </a:solidFill>
                <a:latin typeface="Playfair Display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A9B4C6"/>
                </a:solidFill>
                <a:latin typeface="JetBrains Mono"/>
              </a:rPr>
              <a:t>сервиса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03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C9A227"/>
                </a:solidFill>
                <a:latin typeface="Playfair Display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A9B4C6"/>
                </a:solidFill>
                <a:latin typeface="JetBrains Mono"/>
              </a:rPr>
              <a:t>модели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877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C9A227"/>
                </a:solidFill>
                <a:latin typeface="Playfair Display"/>
              </a:rPr>
              <a:t>GPU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A9B4C6"/>
                </a:solidFill>
                <a:latin typeface="JetBrains Mono"/>
              </a:rPr>
              <a:t>AMD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53128" y="5138928"/>
            <a:ext cx="3291840" cy="47548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52486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JetBrains Mono"/>
              </a:rPr>
              <a:t>github.com/Osmosy/vector-music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6309360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9B4C6"/>
                </a:solidFill>
                <a:latin typeface="JetBrains Mono"/>
              </a:rPr>
              <a:t>Osmosy · Hermes Agent · 2026</a:t>
            </a:r>
          </a:p>
        </p:txBody>
      </p:sp>
      <p:pic>
        <p:nvPicPr>
          <p:cNvPr id="22" name="Picture 21" descr="vector_ra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822960" cy="582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F1B2D"/>
              </a:gs>
              <a:gs pos="100000">
                <a:srgbClr val="1D293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9A227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FE0"/>
                </a:solidFill>
                <a:latin typeface="Playfair Display"/>
              </a:rPr>
              <a:t>Что такое Vector Music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A9B4C6"/>
                </a:solidFill>
                <a:latin typeface="Inter"/>
              </a:rPr>
              <a:t>Два сервиса: API на 8001 и Studio на 3001. Генерация треков по текстовому описанию, полностью локально.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3172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51176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API (8001)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3522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REST-эндпоинт генерации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9582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Очередь задач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5643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Webhook статусов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233172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551176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Studio (3001)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3522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Веб-интерфейс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19582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Библиотека треков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5643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Экспорт WAV/MP3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233172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2551176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Модели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93522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4 локальные модели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319582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Стиль/жанр/настроение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345643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До 3 минут трека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F1B2D"/>
              </a:gs>
              <a:gs pos="100000">
                <a:srgbClr val="1D293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9A227"/>
                </a:solidFill>
                <a:latin typeface="JetBrains Mono"/>
              </a:rPr>
              <a:t>02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FE0"/>
                </a:solidFill>
                <a:latin typeface="Playfair Display"/>
              </a:rPr>
              <a:t>Три слоя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28600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14243B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86000"/>
            <a:ext cx="45720" cy="1188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505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9A227"/>
                </a:solidFill>
                <a:latin typeface="Inter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90779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Studio UI — React, порт 3001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65760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14243B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657600"/>
            <a:ext cx="45720" cy="1188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8770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9A227"/>
                </a:solidFill>
                <a:latin typeface="Inter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7939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API — FastAPI, порт 8001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2920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14243B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029200"/>
            <a:ext cx="45720" cy="1188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2486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9A227"/>
                </a:solidFill>
                <a:latin typeface="Inter"/>
              </a:rPr>
              <a:t>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65099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GPU-инференс через AMD ROCm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F1B2D"/>
              </a:gs>
              <a:gs pos="100000">
                <a:srgbClr val="1D293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7048" y="23774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C9A227"/>
                </a:solidFill>
                <a:latin typeface="Playfair Display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35661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F5EFE0"/>
                </a:solidFill>
                <a:latin typeface="Inter"/>
              </a:rPr>
              <a:t>локальная генерация — без облака и подписок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46634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EFE0"/>
                </a:solidFill>
                <a:latin typeface="Playfair Display"/>
              </a:rPr>
              <a:t>Музыка без облачных сервисов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41448" y="5303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9A227"/>
                </a:solidFill>
                <a:latin typeface="JetBrains Mono"/>
              </a:rPr>
              <a:t>github.com/Osmosy/vector-music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4C6"/>
                </a:solidFill>
                <a:latin typeface="JetBrains Mono"/>
              </a:rPr>
              <a:t>4 /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9B4C6"/>
                </a:solidFill>
                <a:latin typeface="JetBrains Mono"/>
              </a:rPr>
              <a:t>Vector Music · Hermes Agent · Osmosy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