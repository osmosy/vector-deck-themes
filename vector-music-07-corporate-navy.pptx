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75607" y="1389888"/>
            <a:ext cx="3840480" cy="384048"/>
          </a:xfrm>
          <a:prstGeom prst="roundRect">
            <a:avLst>
              <a:gd name="adj" fmla="val 50000"/>
            </a:avLst>
          </a:prstGeom>
          <a:solidFill>
            <a:srgbClr val="14243B">
              <a:alpha val="70000"/>
            </a:srgbClr>
          </a:solidFill>
          <a:ln w="9525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75607" y="14630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FE0"/>
                </a:solidFill>
                <a:latin typeface="JetBrains Mono"/>
              </a:rPr>
              <a:t>MUSIC AI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C9A227"/>
                </a:solidFill>
                <a:latin typeface="Playfair Display"/>
              </a:rPr>
              <a:t>Vector Music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FE0"/>
                </a:solidFill>
                <a:latin typeface="Inter"/>
              </a:rPr>
              <a:t>Локальная генерация музыки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сервиса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модели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GPU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AMD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github.com/Osmosy/vector-music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такое Vector Music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A9B4C6"/>
                </a:solidFill>
                <a:latin typeface="Inter"/>
              </a:rPr>
              <a:t>Два сервиса: API на 8001 и Studio на 3001. Генерация треков по текстовому описанию, полностью локально.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API (8001)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REST-эндпоинт генерации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Очередь задач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Webhook статусов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Studio (3001)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Веб-интерфейс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Библиотека треков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Экспорт WAV/MP3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4 локальные модели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Стиль/жанр/настроение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 3 минут трека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02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Три слоя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2860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86000"/>
            <a:ext cx="45720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505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Studio UI — React, порт 3001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45720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770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793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API — FastAPI, порт 8001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292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29200"/>
            <a:ext cx="45720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2486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6509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GPU-инференс через AMD ROCm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237744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C9A227"/>
                </a:solidFill>
                <a:latin typeface="Playfair Display"/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5661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5EFE0"/>
                </a:solidFill>
                <a:latin typeface="Inter"/>
              </a:rPr>
              <a:t>локальная генерация — без облака и подписок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46634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5EFE0"/>
                </a:solidFill>
                <a:latin typeface="Playfair Display"/>
              </a:rPr>
              <a:t>Музыка без облачных сервисов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1448" y="5303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9A227"/>
                </a:solidFill>
                <a:latin typeface="JetBrains Mono"/>
              </a:rPr>
              <a:t>github.com/Osmosy/vector-music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4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Music · Hermes Agent · Osmosy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