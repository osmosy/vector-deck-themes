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6241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8736A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4553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57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41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4553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736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736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6241F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6241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6241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4553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857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857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