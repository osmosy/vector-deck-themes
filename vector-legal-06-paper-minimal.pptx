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C4553B"/>
                </a:solidFill>
                <a:latin typeface="Noto Serif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26241F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4553B"/>
                </a:solidFill>
                <a:latin typeface="Noto Serif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A857A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4553B"/>
                </a:solidFill>
                <a:latin typeface="Noto Serif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A857A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4553B"/>
                </a:solidFill>
                <a:latin typeface="Noto Serif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A857A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C4553B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57A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6241F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6241F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241F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57A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57A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C4553B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4553B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57A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4553B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57A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C4553B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26241F"/>
                </a:solidFill>
                <a:latin typeface="Noto Serif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4553B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A857A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57A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A857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C4553B"/>
                </a:solidFill>
                <a:latin typeface="Noto Serif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6241F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C4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6241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A857A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A857A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6241F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4553B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A857A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A857A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