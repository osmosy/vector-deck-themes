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academ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0"/>
            <a:ext cx="5699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92240" y="0"/>
            <a:ext cx="32004" cy="685800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MUSIC AI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4C6FFF"/>
                </a:solidFill>
                <a:latin typeface="Inter Display"/>
              </a:rPr>
              <a:t>Vector Music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1B2340"/>
                </a:solidFill>
                <a:latin typeface="Inter"/>
              </a:rPr>
              <a:t>Локальная генерация музыки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сервиса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4C6FFF"/>
                </a:solidFill>
                <a:latin typeface="Inter Display"/>
              </a:rPr>
              <a:t>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5A6480"/>
                </a:solidFill>
                <a:latin typeface="JetBrains Mono"/>
              </a:rPr>
              <a:t>AMD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6FFF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48640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16" name="Picture 15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Что такое Vector Music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A6480"/>
                </a:solidFill>
                <a:latin typeface="Inter"/>
              </a:rPr>
              <a:t>Два сервиса: API на 8001 и Studio на 3001. Генерация треков по текстовому описанию, полностью локально.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API (8001)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REST-эндпоинт генерации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Очередь задач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Webhook статусов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Studio (3001)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Веб-интерфейс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Библиотека треков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Экспорт WAV/MP3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2331720"/>
            <a:ext cx="36118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2551176"/>
            <a:ext cx="3099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6FFF"/>
                </a:solidFill>
                <a:latin typeface="Inter"/>
              </a:rPr>
              <a:t>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2935224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4 локальные модели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3195828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Стиль/жанр/настроение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456432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До 3 минут трека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4C6FFF"/>
                </a:solidFill>
                <a:latin typeface="JetBrains Mono"/>
              </a:rPr>
              <a:t>02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1B2340"/>
                </a:solidFill>
                <a:latin typeface="Inter Display"/>
              </a:rPr>
              <a:t>Три слоя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2860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86000"/>
            <a:ext cx="45720" cy="1188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5054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Studio UI — React, порт 3001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6576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657600"/>
            <a:ext cx="45720" cy="1188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8770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793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API — FastAPI, порт 8001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29200"/>
            <a:ext cx="110642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FE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29200"/>
            <a:ext cx="45720" cy="1188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5248656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4C6FFF"/>
                </a:solidFill>
                <a:latin typeface="Inter"/>
              </a:rPr>
              <a:t>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5650992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80"/>
                </a:solidFill>
                <a:latin typeface="Inter"/>
              </a:rPr>
              <a:t>GPU-инференс через AMD ROCm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4C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27048" y="237744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4C6FFF"/>
                </a:solidFill>
                <a:latin typeface="Inter Display"/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35661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1B2340"/>
                </a:solidFill>
                <a:latin typeface="Inter"/>
              </a:rPr>
              <a:t>локальная генерация — без облака и подписок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46634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B2340"/>
                </a:solidFill>
                <a:latin typeface="Inter Display"/>
              </a:rPr>
              <a:t>Музыка без облачных сервисов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41448" y="5303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4C6FFF"/>
                </a:solidFill>
                <a:latin typeface="JetBrains Mono"/>
              </a:rPr>
              <a:t>github.com/Osmosy/vector-music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A6480"/>
                </a:solidFill>
                <a:latin typeface="JetBrains Mono"/>
              </a:rPr>
              <a:t>4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5A6480"/>
                </a:solidFill>
                <a:latin typeface="JetBrains Mono"/>
              </a:rPr>
              <a:t>Vector Music · Hermes Agent · Osmosy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