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92240" y="0"/>
            <a:ext cx="32004" cy="68580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MUSIC 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4C6FFF"/>
                </a:solidFill>
                <a:latin typeface="Inter Display"/>
              </a:rPr>
              <a:t>Vector Music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B2340"/>
                </a:solidFill>
                <a:latin typeface="Inter"/>
              </a:rPr>
              <a:t>Локальная генерация музыки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сервиса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модели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AMD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JetBrains Mono"/>
              </a:rPr>
              <a:t>github.com/Osmosy/vector-music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48640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Что такое Vector Music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480"/>
                </a:solidFill>
                <a:latin typeface="Inter"/>
              </a:rPr>
              <a:t>Два сервиса: API на 8001 и Studio на 3001. Генерация треков по текстовому описанию, полностью локально.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API (8001)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REST-эндпоинт генерации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Очередь задач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Webhook статусов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Studio (3001)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Веб-интерфейс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Библиотека треков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Экспорт WAV/MP3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4 локальные модели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Стиль/жанр/настроение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До 3 минут трека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02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Три слоя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45720" cy="1188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05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Studio UI — React, порт 3001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576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657600"/>
            <a:ext cx="45720" cy="1188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8770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793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API — FastAPI, порт 8001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29200"/>
            <a:ext cx="45720" cy="1188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486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GPU-инференс через AMD ROCm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23774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4C6FFF"/>
                </a:solidFill>
                <a:latin typeface="Inter Display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566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B2340"/>
                </a:solidFill>
                <a:latin typeface="Inter"/>
              </a:rPr>
              <a:t>локальная генерация — без облака и подписок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4663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B2340"/>
                </a:solidFill>
                <a:latin typeface="Inter Display"/>
              </a:rPr>
              <a:t>Музыка без облачных сервисов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448" y="5303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C6FFF"/>
                </a:solidFill>
                <a:latin typeface="JetBrains Mono"/>
              </a:rPr>
              <a:t>github.com/Osmosy/vector-music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4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Music · Hermes Agent · Osmosy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