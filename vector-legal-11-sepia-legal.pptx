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7A2E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3A2E1E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7A2E2E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2725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A2E1E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A2E1E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2E1E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2725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2725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7A2E2E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7A2E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3A2E1E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3A2E1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2725A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2725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A2E1E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7A2E2E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2725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2725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