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3A2E1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786A53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7A2E2E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2725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2E1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7A2E2E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86A53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786A5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A2E1E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3A2E1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A2E1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7A2E2E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2725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2725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