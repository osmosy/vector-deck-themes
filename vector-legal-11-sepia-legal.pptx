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188720"/>
            <a:ext cx="45720" cy="20116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17904"/>
            <a:ext cx="5669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15184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3A2E1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плагинов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432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432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навыков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520440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7A2E2E"/>
                </a:solidFill>
                <a:latin typeface="Playfair Display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98678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 spc="100">
                <a:solidFill>
                  <a:srgbClr val="82725A"/>
                </a:solidFill>
                <a:latin typeface="JetBrains Mono"/>
              </a:rPr>
              <a:t>право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7091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394960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7A2E2E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2725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A2E1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2E1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2725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7A2E2E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A2E2E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2725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7A2E2E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2725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7A2E2E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00" b="1" i="0">
                <a:solidFill>
                  <a:srgbClr val="3A2E1E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1051560" cy="4114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BF6EC"/>
          </a:solidFill>
          <a:ln w="12700">
            <a:solidFill>
              <a:srgbClr val="DEC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A2E2E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2725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2725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2725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4E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7A2E2E"/>
                </a:solidFill>
                <a:latin typeface="Playfai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3A2E1E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7A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3A2E1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2725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3A2E1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7A2E2E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2725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2725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