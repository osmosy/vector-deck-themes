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0"/>
            <a:ext cx="5699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92240" y="0"/>
            <a:ext cx="32004" cy="685800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4C6FFF"/>
                </a:solidFill>
                <a:latin typeface="Inter Display"/>
              </a:rPr>
              <a:t>Vector Legal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B234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плагинов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167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навыков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РФ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право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4C6FFF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80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B234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B234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B234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80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80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4C6FFF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480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80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4C6FFF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B2340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B234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A6480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A6480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234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C6FFF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A6480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A6480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