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92240" y="0"/>
            <a:ext cx="32004" cy="68580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45720" cy="201168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51790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4C6FFF"/>
                </a:solidFill>
                <a:latin typeface="Inter Display"/>
              </a:rPr>
              <a:t>Vector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1518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B2340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C6FFF"/>
                </a:solidFill>
                <a:latin typeface="Inter Display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A6480"/>
                </a:solidFill>
                <a:latin typeface="JetBrains Mono"/>
              </a:rPr>
              <a:t>плагинов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C6FFF"/>
                </a:solidFill>
                <a:latin typeface="Inter Display"/>
              </a:rPr>
              <a:t>168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A6480"/>
                </a:solidFill>
                <a:latin typeface="JetBrains Mono"/>
              </a:rPr>
              <a:t>навыков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C6FFF"/>
                </a:solidFill>
                <a:latin typeface="Inter Display"/>
              </a:rPr>
              <a:t>РФ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A6480"/>
                </a:solidFill>
                <a:latin typeface="JetBrains Mono"/>
              </a:rPr>
              <a:t>право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074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3949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4C6FFF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480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2340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2340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40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480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480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4C6FFF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6FFF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480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6FFF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80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4C6FFF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1B2340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2700">
            <a:solidFill>
              <a:srgbClr val="DF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C6FFF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480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6480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A64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4C6FFF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B2340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B2340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80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80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B2340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C6FFF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A6480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480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