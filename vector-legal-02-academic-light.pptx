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2240" y="0"/>
            <a:ext cx="32004" cy="68580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B234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право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4C6FFF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B234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4C6FFF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B234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34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234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C6FFF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A64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A64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