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A684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2B241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A6842E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7A6E58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B241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B241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B241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6E58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6E58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A6842E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A684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B241A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B241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7A6E58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7A6E58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B241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A6842E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7A6E58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7A6E58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