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188720"/>
            <a:ext cx="45720" cy="201168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887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A6842E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17904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A6842E"/>
                </a:solidFill>
                <a:latin typeface="Playfai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15184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2B241A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A6842E"/>
                </a:solidFill>
                <a:latin typeface="Playfair Display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7A6E58"/>
                </a:solidFill>
                <a:latin typeface="JetBrains Mono"/>
              </a:rPr>
              <a:t>плагинов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A6842E"/>
                </a:solidFill>
                <a:latin typeface="Playfair Display"/>
              </a:rPr>
              <a:t>168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7A6E58"/>
                </a:solidFill>
                <a:latin typeface="JetBrains Mono"/>
              </a:rPr>
              <a:t>навыков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A6842E"/>
                </a:solidFill>
                <a:latin typeface="Playfair Display"/>
              </a:rPr>
              <a:t>РФ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7A6E58"/>
                </a:solidFill>
                <a:latin typeface="JetBrains Mono"/>
              </a:rPr>
              <a:t>право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6842E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74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A6E58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949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6E58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A6842E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B241A"/>
                </a:solidFill>
                <a:latin typeface="Playfair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A6842E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A6E58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B241A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6842E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B241A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6E58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7A6E58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A6842E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B241A"/>
                </a:solidFill>
                <a:latin typeface="Playfai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6842E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6E58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7A6E58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A6842E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B241A"/>
                </a:solidFill>
                <a:latin typeface="Playfai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6E58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7A6E58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A6842E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B241A"/>
                </a:solidFill>
                <a:latin typeface="Playfai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6E58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7A6E58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A6842E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B241A"/>
                </a:solidFill>
                <a:latin typeface="Playfair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B241A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6842E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6E58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7A6E58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A6842E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B241A"/>
                </a:solidFill>
                <a:latin typeface="Playfai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6E58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7A6E58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A6842E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B241A"/>
                </a:solidFill>
                <a:latin typeface="Playfair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A6E58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A6E58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A6842E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4615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4615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5806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6E58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7A6E58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A6842E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B241A"/>
                </a:solidFill>
                <a:latin typeface="Playfai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6842E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A6E58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6842E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A6E58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6842E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A6E58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6842E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A6E58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6842E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A6E58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6842E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A6E58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6842E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A6E58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6842E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A6E58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6E58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7A6E58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A6842E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B241A"/>
                </a:solidFill>
                <a:latin typeface="Playfai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DF8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6842E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6E58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6842E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6E58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7A6E58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A6842E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B241A"/>
                </a:solidFill>
                <a:latin typeface="Playfai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6842E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6842E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6842E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6E58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6E58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7A6E58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A6842E"/>
                </a:solidFill>
                <a:latin typeface="Playfai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B241A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A6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2B241A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A6E58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A6E58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B241A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A6842E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7A6E58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A6E58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