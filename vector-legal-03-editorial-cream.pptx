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1188720"/>
            <a:ext cx="45720" cy="201168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11887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A6842E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517904"/>
            <a:ext cx="56692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 i="0">
                <a:solidFill>
                  <a:srgbClr val="A6842E"/>
                </a:solidFill>
                <a:latin typeface="Playfair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15184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0" i="0">
                <a:solidFill>
                  <a:srgbClr val="2B241A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A6842E"/>
                </a:solidFill>
                <a:latin typeface="Playfair Display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7A6E58"/>
                </a:solidFill>
                <a:latin typeface="JetBrains Mono"/>
              </a:rPr>
              <a:t>плагинов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2432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A6842E"/>
                </a:solidFill>
                <a:latin typeface="Playfair Display"/>
              </a:rPr>
              <a:t>168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432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7A6E58"/>
                </a:solidFill>
                <a:latin typeface="JetBrains Mono"/>
              </a:rPr>
              <a:t>навыков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A6842E"/>
                </a:solidFill>
                <a:latin typeface="Playfair Display"/>
              </a:rPr>
              <a:t>РФ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7A6E58"/>
                </a:solidFill>
                <a:latin typeface="JetBrains Mono"/>
              </a:rPr>
              <a:t>право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7091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A6842E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50749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7A6E58"/>
                </a:solidFill>
                <a:latin typeface="Inter"/>
              </a:rPr>
              <a:t>Адаптация anthropics/claude-for-legal (Apache-2.0) · код — MIT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5394960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A6E58"/>
                </a:solidFill>
                <a:latin typeface="JetBrains Mono"/>
              </a:rPr>
              <a:t>Osmosy · Hermes Agent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A6842E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B241A"/>
                </a:solidFill>
                <a:latin typeface="Playfair Display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A6842E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7A6E58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B241A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FFFFFF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A6842E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Адаптация (Osmosy, MIT)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B241A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A6E58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A6E58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A6842E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B241A"/>
                </a:solidFill>
                <a:latin typeface="Playfair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A6842E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A6E58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A6E58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A6842E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B241A"/>
                </a:solidFill>
                <a:latin typeface="Playfair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A6E58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A6E58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A6842E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B241A"/>
                </a:solidFill>
                <a:latin typeface="Playfair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A6E58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A6E58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A6842E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B241A"/>
                </a:solidFill>
                <a:latin typeface="Playfair Display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B241A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A6842E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A6E58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A6E58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A6842E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B241A"/>
                </a:solidFill>
                <a:latin typeface="Playfair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A6E58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A6E58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A6842E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B241A"/>
                </a:solidFill>
                <a:latin typeface="Playfair Display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7A6E58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7A6E58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A6842E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4615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4615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5806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5806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Без MCP все цитаты — [model knowledge — verify]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A6E58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A6E58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A6842E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B241A"/>
                </a:solidFill>
                <a:latin typeface="Playfair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A6842E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7A6E58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A6842E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7A6E58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A6842E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7A6E58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A6842E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7A6E58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A6842E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7A6E58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A6842E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7A6E58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A6842E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7A6E58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A6842E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7A6E58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A6E58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A6E58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A6842E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B241A"/>
                </a:solidFill>
                <a:latin typeface="Playfair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A6842E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A6E58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A6E58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A6842E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B241A"/>
                </a:solidFill>
                <a:latin typeface="Playfai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A6842E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A6842E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8181"/>
            </a:avLst>
          </a:prstGeom>
          <a:solidFill>
            <a:srgbClr val="FFFFFF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A6842E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A6E58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A6E58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A6842E"/>
                </a:solidFill>
                <a:latin typeface="Playfair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2B241A"/>
                </a:solidFill>
                <a:latin typeface="Inter"/>
              </a:rPr>
              <a:t>12 плагинов · 168 навыков · адаптация claude-for-legal под право РФ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2B241A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7A6E58"/>
                </a:solidFill>
                <a:latin typeface="Inter"/>
              </a:rPr>
              <a:t>MIT · структурная база: anthropics/claude-for-legal (Anthropic, Apache-2.0)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7A6E58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2B241A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A6842E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7A6E58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7A6E58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