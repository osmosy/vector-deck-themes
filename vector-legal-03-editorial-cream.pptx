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1188720"/>
            <a:ext cx="45720" cy="201168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11887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A6842E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517904"/>
            <a:ext cx="5669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A6842E"/>
                </a:solidFill>
                <a:latin typeface="Playfai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15184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i="0">
                <a:solidFill>
                  <a:srgbClr val="2B241A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A6842E"/>
                </a:solidFill>
                <a:latin typeface="Playfair Display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7A6E58"/>
                </a:solidFill>
                <a:latin typeface="JetBrains Mono"/>
              </a:rPr>
              <a:t>плагинов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432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A6842E"/>
                </a:solidFill>
                <a:latin typeface="Playfair Display"/>
              </a:rPr>
              <a:t>168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432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7A6E58"/>
                </a:solidFill>
                <a:latin typeface="JetBrains Mono"/>
              </a:rPr>
              <a:t>навыков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A6842E"/>
                </a:solidFill>
                <a:latin typeface="Playfair Display"/>
              </a:rPr>
              <a:t>РФ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7A6E58"/>
                </a:solidFill>
                <a:latin typeface="JetBrains Mono"/>
              </a:rPr>
              <a:t>право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7091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6842E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0749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A6E58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394960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A6E58"/>
                </a:solidFill>
                <a:latin typeface="JetBrains Mono"/>
              </a:rPr>
              <a:t>Osmosy · Hermes Agent · 2026</a:t>
            </a:r>
          </a:p>
        </p:txBody>
      </p:sp>
      <p:pic>
        <p:nvPicPr>
          <p:cNvPr id="15" name="Picture 14" descr="vector_ra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274320"/>
            <a:ext cx="822960" cy="58240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A6842E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B241A"/>
                </a:solidFill>
                <a:latin typeface="Playfai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A6842E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7A6E58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B241A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A6842E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B241A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A6E58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A6E58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A6842E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B241A"/>
                </a:solidFill>
                <a:latin typeface="Playfai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A6842E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A6E58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A6E58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A6842E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B241A"/>
                </a:solidFill>
                <a:latin typeface="Playfai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A6E58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A6E58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A6842E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B241A"/>
                </a:solidFill>
                <a:latin typeface="Playfai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A6E58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A6E58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A6842E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B241A"/>
                </a:solidFill>
                <a:latin typeface="Playfai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B241A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A6842E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A6E58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A6E58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A6842E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B241A"/>
                </a:solidFill>
                <a:latin typeface="Playfai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A6E58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A6E58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A6842E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B241A"/>
                </a:solidFill>
                <a:latin typeface="Playfai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7A6E58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7A6E58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A6842E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A6E58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A6E58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A6842E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B241A"/>
                </a:solidFill>
                <a:latin typeface="Playfai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6842E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A6E58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6842E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A6E58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6842E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A6E58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6842E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A6E58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6842E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A6E58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6842E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A6E58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6842E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A6E58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A6842E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A6E58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A6E58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A6E58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A6842E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B241A"/>
                </a:solidFill>
                <a:latin typeface="Playfai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DF8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A6842E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A6E58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A6842E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A6E58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A6E58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A6842E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2B241A"/>
                </a:solidFill>
                <a:latin typeface="Playfai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A6842E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A6842E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FFFFFF"/>
          </a:solidFill>
          <a:ln w="12700">
            <a:solidFill>
              <a:srgbClr val="E4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A6842E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6E58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A6E58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A6E58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A6842E"/>
                </a:solidFill>
                <a:latin typeface="Playfai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2B241A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A68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2B241A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7A6E58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7A6E58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2B241A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A6842E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7A6E58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7A6E58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