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va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50505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ro_va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310896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0C0C0E">
              <a:alpha val="70000"/>
            </a:srgbClr>
          </a:solidFill>
          <a:ln w="9525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4F6F8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34D399"/>
                </a:solidFill>
                <a:latin typeface="Inter Display"/>
              </a:rPr>
              <a:t>Vector 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4F6F8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4D399"/>
                </a:solidFill>
                <a:latin typeface="Inter Display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B929E"/>
                </a:solidFill>
                <a:latin typeface="JetBrains Mono"/>
              </a:rPr>
              <a:t>плагинов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4D399"/>
                </a:solidFill>
                <a:latin typeface="Inter Display"/>
              </a:rPr>
              <a:t>168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B929E"/>
                </a:solidFill>
                <a:latin typeface="JetBrains Mono"/>
              </a:rPr>
              <a:t>навыков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4D399"/>
                </a:solidFill>
                <a:latin typeface="Inter Display"/>
              </a:rPr>
              <a:t>РФ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B929E"/>
                </a:solidFill>
                <a:latin typeface="JetBrains Mono"/>
              </a:rPr>
              <a:t>право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B929E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B929E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34D399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B929E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4F6F8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4F6F8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4F6F8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B929E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B929E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34D399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va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50505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34D399"/>
                </a:solidFill>
                <a:latin typeface="Inter Display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4F6F8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4F6F8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B929E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B929E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4F6F8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34D399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B929E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B929E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