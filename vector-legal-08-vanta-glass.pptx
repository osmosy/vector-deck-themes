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va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251960" y="6245352"/>
            <a:ext cx="3694176" cy="365760"/>
          </a:xfrm>
          <a:prstGeom prst="roundRect">
            <a:avLst>
              <a:gd name="adj" fmla="val 50000"/>
            </a:avLst>
          </a:prstGeom>
          <a:solidFill>
            <a:srgbClr val="050505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54679" y="5925312"/>
            <a:ext cx="5888736" cy="384048"/>
          </a:xfrm>
          <a:prstGeom prst="roundRect">
            <a:avLst>
              <a:gd name="adj" fmla="val 50000"/>
            </a:avLst>
          </a:prstGeom>
          <a:solidFill>
            <a:srgbClr val="050505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505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_va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310896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449927" y="13898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C0C0E">
              <a:alpha val="70000"/>
            </a:srgbClr>
          </a:solidFill>
          <a:ln w="9525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9927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F4F6F8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34D399"/>
                </a:solidFill>
                <a:latin typeface="Inter Display"/>
              </a:rPr>
              <a:t>Vector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4F6F8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4D399"/>
                </a:solidFill>
                <a:latin typeface="Inter Display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B929E"/>
                </a:solidFill>
                <a:latin typeface="JetBrains Mono"/>
              </a:rPr>
              <a:t>плагинов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4D399"/>
                </a:solidFill>
                <a:latin typeface="Inter Display"/>
              </a:rPr>
              <a:t>168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B929E"/>
                </a:solidFill>
                <a:latin typeface="JetBrains Mono"/>
              </a:rPr>
              <a:t>навыков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4D399"/>
                </a:solidFill>
                <a:latin typeface="Inter Display"/>
              </a:rPr>
              <a:t>РФ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B929E"/>
                </a:solidFill>
                <a:latin typeface="JetBrains Mono"/>
              </a:rPr>
              <a:t>право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5989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8B929E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B929E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34D399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29E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4F6F8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0C0C0E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4D399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4F6F8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4D399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4F6F8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0C0C0E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4D399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929E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929E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34D399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929E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929E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929E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929E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929E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929E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929E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929E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01014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929E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0C0C0E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4D399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50505"/>
              </a:gs>
              <a:gs pos="100000">
                <a:srgbClr val="1313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4D399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4F6F8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0C0C0E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4D399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0C0C0E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4D399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0C0C0E"/>
          </a:solidFill>
          <a:ln w="12700">
            <a:solidFill>
              <a:srgbClr val="23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4D399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B929E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929E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va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505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34D399"/>
                </a:solidFill>
                <a:latin typeface="Inter Display"/>
              </a:rPr>
              <a:t>Vector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4F6F8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4F6F8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929E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B929E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4F6F8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8B929E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B929E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