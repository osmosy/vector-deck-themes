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251960" y="6245352"/>
            <a:ext cx="3694176" cy="365760"/>
          </a:xfrm>
          <a:prstGeom prst="roundRect">
            <a:avLst>
              <a:gd name="adj" fmla="val 50000"/>
            </a:avLst>
          </a:prstGeom>
          <a:solidFill>
            <a:srgbClr val="050505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050505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50505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v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0C0C0E">
              <a:alpha val="70000"/>
            </a:srgbClr>
          </a:solidFill>
          <a:ln w="9525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4F6F8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34D399"/>
                </a:solidFill>
                <a:latin typeface="Inter Display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4F6F8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Inter Display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B929E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Inter Display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B929E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Inter Display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B929E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B929E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B929E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5" name="Picture 24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4D399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29E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4F6F8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4F6F8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4F6F8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B929E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B929E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34D399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50505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34D399"/>
                </a:solidFill>
                <a:latin typeface="Inte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4F6F8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4F6F8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B929E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B929E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4F6F8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4D399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B929E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B929E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