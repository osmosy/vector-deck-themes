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50505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0C0C0E">
              <a:alpha val="70000"/>
            </a:srgbClr>
          </a:solidFill>
          <a:ln w="9525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4F6F8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4D399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4F6F8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167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B929E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B929E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4D399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29E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4F6F8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4F6F8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4F6F8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B929E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B929E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4D399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50505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4D399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4F6F8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4F6F8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B929E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B929E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4F6F8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B929E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B929E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