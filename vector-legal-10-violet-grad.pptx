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251960" y="6245352"/>
            <a:ext cx="3694176" cy="365760"/>
          </a:xfrm>
          <a:prstGeom prst="roundRect">
            <a:avLst>
              <a:gd name="adj" fmla="val 50000"/>
            </a:avLst>
          </a:prstGeom>
          <a:solidFill>
            <a:srgbClr val="12081F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12081F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2081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310896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A0E2E">
              <a:alpha val="70000"/>
            </a:srgbClr>
          </a:solidFill>
          <a:ln w="9525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5EEFF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E879F9"/>
                </a:solidFill>
                <a:latin typeface="Unbounded"/>
              </a:rPr>
              <a:t>Vector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5EEFF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879F9"/>
                </a:solidFill>
                <a:latin typeface="Unbounde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793C9"/>
                </a:solidFill>
                <a:latin typeface="JetBrains Mono"/>
              </a:rPr>
              <a:t>плагинов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879F9"/>
                </a:solidFill>
                <a:latin typeface="Unbounded"/>
              </a:rPr>
              <a:t>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793C9"/>
                </a:solidFill>
                <a:latin typeface="JetBrains Mono"/>
              </a:rPr>
              <a:t>навыков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879F9"/>
                </a:solidFill>
                <a:latin typeface="Unbounded"/>
              </a:rPr>
              <a:t>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793C9"/>
                </a:solidFill>
                <a:latin typeface="JetBrains Mono"/>
              </a:rPr>
              <a:t>право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793C9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793C9"/>
                </a:solidFill>
                <a:latin typeface="JetBrains Mono"/>
              </a:rPr>
              <a:t>Osmosy · Hermes Agent · 2026</a:t>
            </a:r>
          </a:p>
        </p:txBody>
      </p:sp>
      <p:pic>
        <p:nvPicPr>
          <p:cNvPr id="25" name="Picture 24" descr="vector_r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9F9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793C9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5EEFF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5EEFF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5EEFF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793C9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793C9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E879F9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9F9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793C9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E1236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93C9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2081F"/>
              </a:gs>
              <a:gs pos="100000">
                <a:srgbClr val="20162D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E879F9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EFF"/>
                </a:solidFill>
                <a:latin typeface="Unbounded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1A0E2E"/>
          </a:solidFill>
          <a:ln w="12700">
            <a:solidFill>
              <a:srgbClr val="352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79F9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793C9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793C9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793C9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2081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E879F9"/>
                </a:solidFill>
                <a:latin typeface="Unbounded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5EEFF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5EE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793C9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793C9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5EEFF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79F9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793C9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793C9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