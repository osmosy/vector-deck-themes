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12081F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2081F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A0E2E">
              <a:alpha val="70000"/>
            </a:srgbClr>
          </a:solidFill>
          <a:ln w="9525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EEFF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E879F9"/>
                </a:solidFill>
                <a:latin typeface="Unbounded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EEFF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79F9"/>
                </a:solidFill>
                <a:latin typeface="Unbounde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793C9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79F9"/>
                </a:solidFill>
                <a:latin typeface="Unbounded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793C9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79F9"/>
                </a:solidFill>
                <a:latin typeface="Unbounded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A793C9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793C9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793C9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E879F9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A793C9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EFF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EEFF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5EEFF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793C9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793C9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E879F9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79F9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793C9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E1236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79F9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793C9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2081F"/>
              </a:gs>
              <a:gs pos="100000">
                <a:srgbClr val="20162D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E879F9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EEFF"/>
                </a:solidFill>
                <a:latin typeface="Unbounded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A0E2E"/>
          </a:solidFill>
          <a:ln w="12700">
            <a:solidFill>
              <a:srgbClr val="352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E879F9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793C9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793C9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A793C9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vio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2081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E879F9"/>
                </a:solidFill>
                <a:latin typeface="Unbounded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5EEFF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E87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5EE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793C9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A793C9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5EEFF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79F9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A793C9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A793C9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