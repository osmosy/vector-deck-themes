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251960" y="6245352"/>
            <a:ext cx="3694176" cy="365760"/>
          </a:xfrm>
          <a:prstGeom prst="roundRect">
            <a:avLst>
              <a:gd name="adj" fmla="val 50000"/>
            </a:avLst>
          </a:prstGeom>
          <a:solidFill>
            <a:srgbClr val="12081F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12081F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2081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A0E2E">
              <a:alpha val="70000"/>
            </a:srgbClr>
          </a:solidFill>
          <a:ln w="9525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EEFF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E879F9"/>
                </a:solidFill>
                <a:latin typeface="Unbounded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EEFF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793C9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793C9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E879F9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793C9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EFF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EFF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EEFF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793C9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793C9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E879F9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2081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E879F9"/>
                </a:solidFill>
                <a:latin typeface="Unbounded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EEFF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EE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793C9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793C9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EEFF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79F9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793C9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793C9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