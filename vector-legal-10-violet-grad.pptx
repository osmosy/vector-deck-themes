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A0E2E">
              <a:alpha val="70000"/>
            </a:srgbClr>
          </a:solidFill>
          <a:ln w="9525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EFF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EF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E879F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793C9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EF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E879F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EFF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E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EF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79F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