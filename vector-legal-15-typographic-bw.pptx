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0A0A0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D4ED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2 /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Установка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 Hermes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5 cron-агентов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3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4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5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A0A0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6 /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НПА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corporate-legal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7 / 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1D4ED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atomno-mcp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Russian-Law-MCP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8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9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Выбрать домен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15 мин (full)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Использовать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10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11 /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A0A0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0A0A0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4ED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6666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