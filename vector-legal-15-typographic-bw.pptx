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1D4ED8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0A0A0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5" name="Picture 14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D4ED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A0A0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590288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A0A0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2 /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Установка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 Hermes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5 cron-агентов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" y="4434840"/>
            <a:ext cx="106710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3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ИИ-гавернанс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4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5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A0A0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148840"/>
            <a:ext cx="10671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107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6 /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НПА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corporate-legal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107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7 / 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1D4ED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" y="2880360"/>
            <a:ext cx="544982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atomno-mcp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880360"/>
            <a:ext cx="51389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Russian-Law-MCP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" y="4864608"/>
            <a:ext cx="54498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864608"/>
            <a:ext cx="513892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8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ИИ-гавернанс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9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Выбрать домен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9976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или 15 мин (full)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Использовать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" y="4160520"/>
            <a:ext cx="1067104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10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737360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401568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" y="5065776"/>
            <a:ext cx="1067104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11 /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D4ED8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0A0A0A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0A0A0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66666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6666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4ED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6666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