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1D4ED8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0A0A0A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D4ED8"/>
                </a:solidFill>
                <a:latin typeface="Inte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666666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D4ED8"/>
                </a:solidFill>
                <a:latin typeface="Inter Display"/>
              </a:rPr>
              <a:t>167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666666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D4ED8"/>
                </a:solidFill>
                <a:latin typeface="Inte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666666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D4ED8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12 направлений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A0A0A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590288"/>
            <a:ext cx="11064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0A0A0A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2 / 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Установка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в Hermes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83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5 cron-агентов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2" y="4434840"/>
            <a:ext cx="106710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3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ИИ-гавернанс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4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5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A0A0A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2148840"/>
            <a:ext cx="10671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" y="4315968"/>
            <a:ext cx="513892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91072" y="4315968"/>
            <a:ext cx="513892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6 /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810512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 НПА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810512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3383280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3383280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" y="4956048"/>
            <a:ext cx="51389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corporate-legal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91072" y="4956048"/>
            <a:ext cx="51389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7 / 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1D4ED8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" y="2880360"/>
            <a:ext cx="544982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atomno-mcp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2880360"/>
            <a:ext cx="51389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Russian-Law-MCP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" y="4864608"/>
            <a:ext cx="54498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1072" y="4864608"/>
            <a:ext cx="513892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8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1072" y="1783080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07208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2807208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31336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3831336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ИИ-гавернанс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855464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855464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D4ED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9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Выбрать домен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9976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или 15 мин (full)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  <a:latin typeface="Inter"/>
              </a:rPr>
              <a:t>Использовать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" y="4160520"/>
            <a:ext cx="1067104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10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1D4ED8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0A0A0A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737360"/>
            <a:ext cx="106710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" y="3401568"/>
            <a:ext cx="106710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" y="5065776"/>
            <a:ext cx="1067104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4ED8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  <a:latin typeface="JetBrains Mono"/>
              </a:rPr>
              <a:t>11 /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66666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D4ED8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0A0A0A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0A0A0A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66666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66666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D4ED8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66666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