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1D4ED8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0A0A0A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D4ED8"/>
                </a:solidFill>
                <a:latin typeface="Inter Display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666666"/>
                </a:solidFill>
                <a:latin typeface="JetBrains Mono"/>
              </a:rPr>
              <a:t>плагинов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D4ED8"/>
                </a:solidFill>
                <a:latin typeface="Inter Display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666666"/>
                </a:solidFill>
                <a:latin typeface="JetBrains Mono"/>
              </a:rPr>
              <a:t>навыков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D4ED8"/>
                </a:solidFill>
                <a:latin typeface="Inter Display"/>
              </a:rPr>
              <a:t>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666666"/>
                </a:solidFill>
                <a:latin typeface="JetBrains Mono"/>
              </a:rPr>
              <a:t>право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74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D4ED8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89504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89504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12 направлений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A0A0A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2889504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590288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A0A0A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2 /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Установка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в Hermes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1920240"/>
            <a:ext cx="2670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5 cron-агентов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4434840"/>
            <a:ext cx="106710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3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ИИ-гавернанс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4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719072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3236976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4754879"/>
            <a:ext cx="533095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5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A0A0A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148840"/>
            <a:ext cx="10671048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315968"/>
            <a:ext cx="51389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4315968"/>
            <a:ext cx="51389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6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1810512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Монитор НПА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810512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383280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3383280"/>
            <a:ext cx="51389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4956048"/>
            <a:ext cx="51389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corporate-legal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4956048"/>
            <a:ext cx="51389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7 /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1D4ED8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880360"/>
            <a:ext cx="544982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atomno-mcp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880360"/>
            <a:ext cx="51389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Russian-Law-MCP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4864608"/>
            <a:ext cx="54498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4864608"/>
            <a:ext cx="51389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8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1783080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07208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807208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31336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3831336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ИИ-гавернанс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55464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855464"/>
            <a:ext cx="53309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9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178308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Выбрать домен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78308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или 15 мин (full)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78308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Inter"/>
              </a:rPr>
              <a:t>Использовать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4160520"/>
            <a:ext cx="106710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10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1D4ED8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A0A0A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1737360"/>
            <a:ext cx="106710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3401568"/>
            <a:ext cx="106710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5065776"/>
            <a:ext cx="106710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JetBrains Mono"/>
              </a:rPr>
              <a:t>11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1D4ED8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A0A0A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A0A0A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66666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66666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66666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