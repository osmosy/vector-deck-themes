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161616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161616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E1E1E">
              <a:alpha val="70000"/>
            </a:srgbClr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F2E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F2E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6B35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948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162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F2E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46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FF6B35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33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F2E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F2E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F2E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