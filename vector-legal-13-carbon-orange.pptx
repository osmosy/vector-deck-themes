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161616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161616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6161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E1E1E">
              <a:alpha val="70000"/>
            </a:srgbClr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F2E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6B35"/>
                </a:solidFill>
                <a:latin typeface="Unbounded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F2EE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A948C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A948C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5" name="Picture 24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6B35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948C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F2EE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162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F2EE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1538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F2EE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1463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139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139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24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24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948C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948C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FF6B35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1538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1538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1333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185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185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6161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FF6B35"/>
                </a:solidFill>
                <a:latin typeface="Unbounded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F2EE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F2E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A948C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A948C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F2EE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6B35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A948C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A948C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