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61616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E1E1E">
              <a:alpha val="70000"/>
            </a:srgbClr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5F2EE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FF6B35"/>
                </a:solidFill>
                <a:latin typeface="Unbounded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5F2EE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167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294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F6B35"/>
                </a:solidFill>
                <a:latin typeface="Unbounded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A948C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A948C"/>
                </a:solidFill>
                <a:latin typeface="Inter"/>
              </a:rPr>
              <a:t>Адаптация из anthropics/claude-for-legal · Apache-2.0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A948C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6B35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A948C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F2EE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162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Адаптация (Osmosy, Apache-2.0)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5F2EE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14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1538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2054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5F2EE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1463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139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139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20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24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2400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948C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948C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FF6B35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1538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1538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1935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Без MCP все цитаты — [модель знания — проверь]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3191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A948C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1363"/>
            </a:avLst>
          </a:prstGeom>
          <a:solidFill>
            <a:srgbClr val="202020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948C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1333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161616"/>
              </a:gs>
              <a:gs pos="100000">
                <a:srgbClr val="242424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FF6B35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5F2EE"/>
                </a:solidFill>
                <a:latin typeface="Unbounded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185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1851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2727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6B35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A948C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A948C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5288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A948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arb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16161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FF6B35"/>
                </a:solidFill>
                <a:latin typeface="Unbounded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5F2EE"/>
                </a:solidFill>
                <a:latin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5F2EE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A948C"/>
                </a:solidFill>
                <a:latin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A948C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5F2EE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6B35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A948C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A948C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