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33526">
              <a:alpha val="70000"/>
            </a:srgbClr>
          </a:solidFill>
          <a:ln w="9525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EBD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EBD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B8A26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DB3A4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EBD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B8A26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EBDD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EBD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EBD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8A26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