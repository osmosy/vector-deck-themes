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154679" y="5925312"/>
            <a:ext cx="5888736" cy="384048"/>
          </a:xfrm>
          <a:prstGeom prst="roundRect">
            <a:avLst>
              <a:gd name="adj" fmla="val 50000"/>
            </a:avLst>
          </a:prstGeom>
          <a:solidFill>
            <a:srgbClr val="0E2A1E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A1E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49927" y="138988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33526">
              <a:alpha val="70000"/>
            </a:srgbClr>
          </a:solidFill>
          <a:ln w="9525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49927" y="1463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180">
                <a:solidFill>
                  <a:srgbClr val="F2EBDD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B8A268"/>
                </a:solidFill>
                <a:latin typeface="Playfair Display"/>
              </a:rPr>
              <a:t>Vector 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3017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2EBDD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B8A268"/>
                </a:solidFill>
                <a:latin typeface="Playfair Display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9DB3A4"/>
                </a:solidFill>
                <a:latin typeface="JetBrains Mono"/>
              </a:rPr>
              <a:t>плагинов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B8A268"/>
                </a:solidFill>
                <a:latin typeface="Playfair Display"/>
              </a:rPr>
              <a:t>168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9DB3A4"/>
                </a:solidFill>
                <a:latin typeface="JetBrains Mono"/>
              </a:rPr>
              <a:t>навыков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B8A268"/>
                </a:solidFill>
                <a:latin typeface="Playfair Display"/>
              </a:rPr>
              <a:t>РФ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9DB3A4"/>
                </a:solidFill>
                <a:latin typeface="JetBrains Mono"/>
              </a:rPr>
              <a:t>право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5989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DB3A4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630936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DB3A4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E2A1E"/>
              </a:gs>
              <a:gs pos="100000">
                <a:srgbClr val="1C382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8A268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EBDD"/>
                </a:solidFill>
                <a:latin typeface="Playfai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B8A268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DB3A4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EBDD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133526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B8A268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EBDD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DB3A4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DB3A4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E2A1E"/>
              </a:gs>
              <a:gs pos="100000">
                <a:srgbClr val="1C382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8A268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EBDD"/>
                </a:solidFill>
                <a:latin typeface="Playfai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133526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B8A268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DB3A4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DB3A4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E2A1E"/>
              </a:gs>
              <a:gs pos="100000">
                <a:srgbClr val="1C382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8A268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EBDD"/>
                </a:solidFill>
                <a:latin typeface="Playfai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DB3A4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DB3A4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E2A1E"/>
              </a:gs>
              <a:gs pos="100000">
                <a:srgbClr val="1C382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8A268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EBDD"/>
                </a:solidFill>
                <a:latin typeface="Playfai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DB3A4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DB3A4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E2A1E"/>
              </a:gs>
              <a:gs pos="100000">
                <a:srgbClr val="1C382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8A268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EBDD"/>
                </a:solidFill>
                <a:latin typeface="Playfai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2EBDD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133526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B8A268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DB3A4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DB3A4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E2A1E"/>
              </a:gs>
              <a:gs pos="100000">
                <a:srgbClr val="1C382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8A268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EBDD"/>
                </a:solidFill>
                <a:latin typeface="Playfai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DB3A4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DB3A4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E2A1E"/>
              </a:gs>
              <a:gs pos="100000">
                <a:srgbClr val="1C382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8A268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EBDD"/>
                </a:solidFill>
                <a:latin typeface="Playfai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DB3A4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DB3A4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B8A268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DB3A4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DB3A4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E2A1E"/>
              </a:gs>
              <a:gs pos="100000">
                <a:srgbClr val="1C382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8A268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EBDD"/>
                </a:solidFill>
                <a:latin typeface="Playfai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A268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DB3A4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A268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DB3A4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A268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DB3A4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A268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DB3A4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A268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DB3A4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A268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DB3A4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A268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DB3A4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A268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DB3A4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DB3A4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DB3A4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E2A1E"/>
              </a:gs>
              <a:gs pos="100000">
                <a:srgbClr val="1C382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8A268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EBDD"/>
                </a:solidFill>
                <a:latin typeface="Playfai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53A2B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A268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DB3A4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133526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B8A268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DB3A4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DB3A4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E2A1E"/>
              </a:gs>
              <a:gs pos="100000">
                <a:srgbClr val="1C382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8A268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EBDD"/>
                </a:solidFill>
                <a:latin typeface="Playfai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133526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B8A268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133526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B8A268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133526"/>
          </a:solidFill>
          <a:ln w="12700">
            <a:solidFill>
              <a:srgbClr val="265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B8A268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DB3A4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DB3A4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DB3A4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A1E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B8A268"/>
                </a:solidFill>
                <a:latin typeface="Playfair Display"/>
              </a:rPr>
              <a:t>Vector 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2EBDD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B8A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2EBDD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DB3A4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DB3A4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2EBDD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B8A268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DB3A4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DB3A4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