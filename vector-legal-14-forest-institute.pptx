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251960" y="6245352"/>
            <a:ext cx="3694176" cy="365760"/>
          </a:xfrm>
          <a:prstGeom prst="roundRect">
            <a:avLst>
              <a:gd name="adj" fmla="val 50000"/>
            </a:avLst>
          </a:prstGeom>
          <a:solidFill>
            <a:srgbClr val="0E2A1E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0E2A1E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E2A1E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33526">
              <a:alpha val="70000"/>
            </a:srgbClr>
          </a:solidFill>
          <a:ln w="9525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2EBDD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B8A268"/>
                </a:solidFill>
                <a:latin typeface="Playfair Display"/>
              </a:rPr>
              <a:t>Vector 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2EBDD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плагинов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168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навыков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РФ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право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DB3A4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DB3A4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B8A268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DB3A4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EBDD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EBDD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2EBDD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DB3A4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DB3A4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B8A268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E2A1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8A268"/>
                </a:solidFill>
                <a:latin typeface="Playfai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EBDD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2EBDD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DB3A4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DB3A4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2EBDD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B8A268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DB3A4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DB3A4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