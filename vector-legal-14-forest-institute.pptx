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4251960" y="6245352"/>
            <a:ext cx="3694176" cy="365760"/>
          </a:xfrm>
          <a:prstGeom prst="roundRect">
            <a:avLst>
              <a:gd name="adj" fmla="val 50000"/>
            </a:avLst>
          </a:prstGeom>
          <a:solidFill>
            <a:srgbClr val="0E2A1E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54679" y="5925312"/>
            <a:ext cx="5888736" cy="384048"/>
          </a:xfrm>
          <a:prstGeom prst="roundRect">
            <a:avLst>
              <a:gd name="adj" fmla="val 50000"/>
            </a:avLst>
          </a:prstGeom>
          <a:solidFill>
            <a:srgbClr val="0E2A1E">
              <a:alpha val="9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E2A1E">
              <a:alpha val="2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49927" y="1389888"/>
            <a:ext cx="3291840" cy="384048"/>
          </a:xfrm>
          <a:prstGeom prst="roundRect">
            <a:avLst>
              <a:gd name="adj" fmla="val 50000"/>
            </a:avLst>
          </a:prstGeom>
          <a:solidFill>
            <a:srgbClr val="133526">
              <a:alpha val="70000"/>
            </a:srgbClr>
          </a:solidFill>
          <a:ln w="9525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49927" y="14630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 i="0" spc="180">
                <a:solidFill>
                  <a:srgbClr val="F2EBDD"/>
                </a:solidFill>
                <a:latin typeface="JetBrains Mono"/>
              </a:rPr>
              <a:t>ЮРИДИЧЕСКИЙ AI-ДЕПАРТАМЕНТ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27048" y="1847088"/>
            <a:ext cx="9144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B8A268"/>
                </a:solidFill>
                <a:latin typeface="Playfair Display"/>
              </a:rPr>
              <a:t>Vector Legal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8648" y="3017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0" i="0">
                <a:solidFill>
                  <a:srgbClr val="F2EBDD"/>
                </a:solidFill>
                <a:latin typeface="Inter"/>
              </a:rPr>
              <a:t>Навыки российского права для Hermes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729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729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729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плагинов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03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303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168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навыков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7768" y="3767328"/>
            <a:ext cx="1783080" cy="932688"/>
          </a:xfrm>
          <a:prstGeom prst="roundRect">
            <a:avLst>
              <a:gd name="adj" fmla="val 8823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7768" y="3877056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B8A268"/>
                </a:solidFill>
                <a:latin typeface="Playfair Display"/>
              </a:rPr>
              <a:t>РФ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768" y="4343400"/>
            <a:ext cx="1783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 spc="100">
                <a:solidFill>
                  <a:srgbClr val="9DB3A4"/>
                </a:solidFill>
                <a:latin typeface="JetBrains Mono"/>
              </a:rPr>
              <a:t>право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53128" y="5138928"/>
            <a:ext cx="3291840" cy="475488"/>
          </a:xfrm>
          <a:prstGeom prst="roundRect">
            <a:avLst>
              <a:gd name="adj" fmla="val 50000"/>
            </a:avLst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53128" y="5248656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55848" y="5989320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DB3A4"/>
                </a:solidFill>
                <a:latin typeface="Inter"/>
              </a:rPr>
              <a:t>Адаптация anthropics/claude-for-legal (Apache-2.0) · код — 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3128" y="630936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DB3A4"/>
                </a:solidFill>
                <a:latin typeface="JetBrains Mono"/>
              </a:rPr>
              <a:t>Osmosy · Hermes Agent · 2026</a:t>
            </a:r>
          </a:p>
        </p:txBody>
      </p:sp>
      <p:pic>
        <p:nvPicPr>
          <p:cNvPr id="24" name="Picture 23" descr="vector_ray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274320"/>
            <a:ext cx="822960" cy="58240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01 · ВВЕДЕНИЕ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Что такое Vector Legal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B8A268"/>
                </a:solidFill>
                <a:latin typeface="Inter"/>
              </a:rPr>
              <a:t>Набор юридических навыков для Hermes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9DB3A4"/>
                </a:solidFill>
                <a:latin typeface="Inter"/>
              </a:rPr>
              <a:t>Аналогия: как нанять ассистента, который знает внутренние правила вашей команды,
пороги эскалаций и стиль писем — по вашим правилам, не generic-шаблонам.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Профиль практики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Агент работает по внутренним правилам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вашей команды, извлечённым из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реальных подписанных договоров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81144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12 направлений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Коммерция · ПДн · корпоратив 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1144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трудовое · суды · ИС · ИИ-гавернанс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81144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EBDD"/>
                </a:solidFill>
                <a:latin typeface="Inter"/>
              </a:rPr>
              <a:t>Все — право Российской Федерации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2889504"/>
            <a:ext cx="3429000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108960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7" y="3493008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Отправку наружу, подписания делает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3753612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человек. Агент только готовит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401421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 помогает с ревизией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590288"/>
            <a:ext cx="11064240" cy="1691640"/>
          </a:xfrm>
          <a:prstGeom prst="roundRect">
            <a:avLst>
              <a:gd name="adj" fmla="val 4864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4590288"/>
            <a:ext cx="45720" cy="169164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809744"/>
            <a:ext cx="10424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Из чего выросло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" y="521207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Основа: anthropics/claude-for-legal (Anthropic, Apache-2.0) — 151 навык в 12 плагинах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548639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Адаптация (Osmosy, MIT) — русское право + Hermes Agent + расширения: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5760719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F2EBDD"/>
                </a:solidFill>
                <a:latin typeface="Inter"/>
              </a:rPr>
              <a:t>протоколы разногласий вместо redline · kad.arbitr/pravo.gov.ru вместо CourtListener · ЕГРЮЛ/ФИПС вместо SEC/USPTO · 4-ступенчатый контракт для cron-агентов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2 / 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02 · КАК ЭТО РАБОТАЕТ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4 шага от установки до продакшена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600199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Установка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git clone + подключение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 Hermes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186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720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Cold-start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2–15 минут · 10–92 вопроса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Извлекает playbook команды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04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465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438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025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Работа навыков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025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Ревизия / триаж / драфт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025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по внутренним правилам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62288" y="2788920"/>
            <a:ext cx="256032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418320" y="1920240"/>
            <a:ext cx="2670048" cy="1874519"/>
          </a:xfrm>
          <a:prstGeom prst="roundRect">
            <a:avLst>
              <a:gd name="adj" fmla="val 43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15600" y="215798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74352" y="2761488"/>
            <a:ext cx="215798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Мониторинг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74352" y="3145536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5 cron-агентов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4352" y="3406140"/>
            <a:ext cx="215798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НПА · продления · споры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8952" y="4434840"/>
            <a:ext cx="10671048" cy="1783080"/>
          </a:xfrm>
          <a:prstGeom prst="roundRect">
            <a:avLst>
              <a:gd name="adj" fmla="val 461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" y="4434840"/>
            <a:ext cx="45720" cy="178308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54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Режим «Без настройки»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До подключения practice profile агент работает с дефолтами РФ (средний риск-аппетит, типовые позиции по законам).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Каждый выход помечается меткой — «требует настройки профиля».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Для калибровки — cold-start interview. Юрист отвечает 2–15 минут.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03 · ДОМЕНЫ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6 основных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Ревизия входящих договоров против playbook, NDA-триаж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ГК 15/330/401/425/452 · ч. 5 ст. 4 АПК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152-ФЗ: оператор/поручитель, запросы субъектов, утечки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ст. 6/9/12/14/18.1/21 — ТИПЗ ФСТЭК — КоАП 13.11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Корпоративное право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Одобрения, протоколы 181.2 ГК, DD dataroom, M&amp;A с эскроу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ФЗ-14 ст. 38/45/46 · ФЗ-208 ст. 79/84 · ФЗ-135 ФАС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Найм → увольнение → ЛНА. Ат-вилл не работает (закрытый перечень)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ТК 15/57/70/77-83/180/193/373 — Пленум ВС №15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Досудебный порядок ч. 5 ст. 4 АПК, kad.arbitr, claim-chart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АПК 4/66/72/88/125/131/259/276 — Пленумы ВС РФ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ИИ-гавернанс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Реестр ИИ-систем, AIA, вендорские ИИ-оговорки, shadow-AI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ЭПР ФЗ-258 [verify] — ГОСТ Р 59276 — 152-ФЗ — 187-ФЗ КИИ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4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03 · ДОМЕНЫ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6 дополнительных направлений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pravo.gov.ru, гильотина ПП №1128, 44-ФЗ/223-ФЗ, ФАС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Отраслевые: Минсельхоз / Россельхознадзор / Минпромторг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1719072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47104" y="1938528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7104" y="2322576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Clearance по ФИПС, takedown ст. 1253.1, OSS-совместимость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5831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ГК ч. 4: 1225-1254 · 1354-1375 · СИПН · патентный поверенный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Продукты и лицензии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Launch-review, реклама ФЗ-38 + ЕРИР-маркировка, ЗоЗПП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Оферта 437/428 ГК + политика 152-ФЗ + ФЗ-161/115/54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91072" y="3236976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7104" y="3456432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Обучение студентов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840480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LEARNING MODE — Socratic, IRAC-анализ, case brief по ВС РФ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47104" y="4101084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Экзамен на статус адвоката ФЗ-63 гл. 2-3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Юридические клиники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ФЗ-324, супервизор проверяет каждое письмо клиенту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Согласие 152-ФЗ + intake + семестровая отчётность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754879"/>
            <a:ext cx="5330952" cy="1335024"/>
          </a:xfrm>
          <a:prstGeom prst="roundRect">
            <a:avLst>
              <a:gd name="adj" fmla="val 616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4974336"/>
            <a:ext cx="48188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Каталог навыков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358383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Установка, QA 740 строк (13 параметров), SHA-pinning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618988"/>
            <a:ext cx="48188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Injection-scan при установке каждого чужого навыка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6236208"/>
            <a:ext cx="11064240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6345936"/>
            <a:ext cx="10972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Расширения: vector-check (DD контрагента) · privacy-policy-ru · terms-of-service-ru · legal-research-ru · patent-claim-chart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5 / 12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04 · 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Профиль практики — ядро всего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82496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F2EBDD"/>
                </a:solidFill>
                <a:latin typeface="Inter"/>
              </a:rPr>
              <a:t>Каждый навык работает от practice profile. Без него — метка «требует настройки».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148840"/>
            <a:ext cx="10671048" cy="1874519"/>
          </a:xfrm>
          <a:prstGeom prst="roundRect">
            <a:avLst>
              <a:gd name="adj" fmla="val 4390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2148840"/>
            <a:ext cx="45720" cy="1874519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36829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Файл практики — ~/.hermes/legal/&lt;домен&gt;/CLAUDE.md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7063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Внутренние правила: лимит ответственности, indemnity, 152-ФЗ, сроки, суд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449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Матрица эскалаций с денежными порогами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3192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Стиль работы, реальные договоры как основа, главная позиция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935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Плейсхолдеры до cold-start — все навыки работают в режиме «требует настройки»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4983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Общие правила — в каждом навыке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3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Замечание для ревизора — один блок над документом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3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Дальше — варианты развития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Проверка на конфиденциальность содержимого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Указание источника цитаты, объём, актуальность нормы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91072" y="4315968"/>
            <a:ext cx="5138928" cy="1965960"/>
          </a:xfrm>
          <a:prstGeom prst="roundRect">
            <a:avLst>
              <a:gd name="adj" fmla="val 418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7104" y="453542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Валидация человеком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47104" y="49194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Удаление контента / претензия / подписание — только драфт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51800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Отправка — человек (никогда агент)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544068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Патентные поверенные — обязательны (ФЗ-316)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57012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Заявки Роспатент, споры СИПН — intake, дальше специалист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6 / 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05 · АГЕНТЫ МОНИТОРИНГА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5 автономных агентов по расписанию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3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НПА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09:00 — pravo.gov.ru, regulation.gov.ru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Проверка материальности, разрывы, еженедельный digest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регуляторный мониторинг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1072" y="1810512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2029967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продлений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2414015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09:00 — договоры, дедлайн cancel-by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674620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Дата отправки с учётом бизнес-дней РФ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7104" y="293522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коммерческие договоры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3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судебных дел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3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Ежедневно 08:00 — kad.arbitr.ru, sudrf.ru, ФИПС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3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Новые подачи, дедлайны, постановления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3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Если дедлайн меньше 14 дней — уведомление в Telegram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383280"/>
            <a:ext cx="5138928" cy="1371600"/>
          </a:xfrm>
          <a:prstGeom prst="roundRect">
            <a:avLst>
              <a:gd name="adj" fmla="val 600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3602736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Монитор запусков продуктов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47104" y="3986784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Понедельник 10:00 — продуктовый трекер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24738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9-категорийный фреймворк — риск-классификация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450799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Направление: продуктовый юрист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895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4983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Таблица DD dataroom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3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Под конкретную сделку — пакетная обработка VDR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4983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corporate-legal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91072" y="4956048"/>
            <a:ext cx="5138928" cy="1143000"/>
          </a:xfrm>
          <a:prstGeom prst="roundRect">
            <a:avLst>
              <a:gd name="adj" fmla="val 7199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47104" y="517550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Модель безопасности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47104" y="555955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Только чтение до leaf · пишущий лист один — для результата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7104" y="582015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No external send без подтверждения · lead, не вывод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7 / 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06 · ПОДКЛЮЧЕНИЕ ПРАВОВЫХ БАЗ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MCP-коннекторы к РФ-базам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078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DB3A4"/>
                </a:solidFill>
                <a:latin typeface="Inter"/>
              </a:rPr>
              <a:t>По умолчанию навыки работают через web_search с указанием источника.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9DB3A4"/>
                </a:solidFill>
                <a:latin typeface="Inter"/>
              </a:rPr>
              <a:t>MCP-серверы снимают лишний флаг — данные сразу приходят с provenance автоматически.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48716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180">
                <a:solidFill>
                  <a:srgbClr val="B8A268"/>
                </a:solidFill>
                <a:latin typeface="JetBrains Mono"/>
              </a:rPr>
              <a:t>ДОСТУПНЫ СЕГОДНЯ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880360"/>
            <a:ext cx="5449824" cy="1783080"/>
          </a:xfrm>
          <a:prstGeom prst="roundRect">
            <a:avLst>
              <a:gd name="adj" fmla="val 4615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4983" y="3099815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atomno-mcp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483863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13 серверов, Python, MIT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3" y="37444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ЕГРЮЛ / ЕГРИП — через ФНС открытые данные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3" y="400507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Контрагент одним вызовом — ЕФРСБ, Картотека, ФССП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4983" y="426567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sudact — судебная практика РФ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80360"/>
            <a:ext cx="5138928" cy="1783080"/>
          </a:xfrm>
          <a:prstGeom prst="roundRect">
            <a:avLst>
              <a:gd name="adj" fmla="val 4615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104" y="3099815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Russian-Law-MCP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7104" y="3483863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npm @ansvar/russian-law-mcp · Apache-2.0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4" y="3744468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12 369 федеральных законов · 77 647 положений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400507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«КонсультантПлюс, но для AI»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426567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Базовая правовая база для всех 12 доменов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" y="4864608"/>
            <a:ext cx="5449824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14983" y="5084064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ГАРАНТ MCP (официальный API)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3" y="546811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Подключение через токен Гарант-Коннект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3" y="572871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Полные редакции · судебная практика (Сутяжник)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3" y="598932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Мониторинг изменений — currency trigger по-русски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91072" y="4864608"/>
            <a:ext cx="5138928" cy="1417320"/>
          </a:xfrm>
          <a:prstGeom prst="roundRect">
            <a:avLst>
              <a:gd name="adj" fmla="val 5806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47104" y="5084064"/>
            <a:ext cx="4626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Резервный режим: web_search + [verify]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7104" y="5468112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Без MCP все цитаты — [model knowledge — verify]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47104" y="5728716"/>
            <a:ext cx="46268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или прямая проверка против pravo.gov.ru / ФИПС / ЕГРЮЛ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8 / 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07 · РАСПРЕДЕЛЕНИЕ КОННЕКТОРОВ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Какая база для какого домена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Коммерческие договоры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· ЕГРЮЛ · + Контрагент 1-выз. · закупки · ЕРИР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1783080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28816" y="1911095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Персональные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4028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(152-ФЗ) · + Контрагент-1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Корпоративные сделки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ЕГРЮЛ · Russian-Law · + ЦБ-ставки · Росреестр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91072" y="2807208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35224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Трудовое право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8816" y="32644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(ТК РФ) · + ФНС-калькулятор (взносы, НДФЛ)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Судебная работа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sudact · Контрагент-1 · + ЦБ-ставки (ст. 395 проценты)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91072" y="3831336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28816" y="3959352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ИИ-гавернанс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28816" y="42885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(152-ФЗ) · + реестр ЭПР ИИ — в работе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Регуляторный мониторинг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Russian-Law · ЦБ-ставки · pravo.gov.ru (в roadmap MCP)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91072" y="4855464"/>
            <a:ext cx="5330952" cy="859536"/>
          </a:xfrm>
          <a:prstGeom prst="roundRect">
            <a:avLst>
              <a:gd name="adj" fmla="val 9574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4983480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8A268"/>
                </a:solidFill>
                <a:latin typeface="Inter"/>
              </a:rPr>
              <a:t>Интеллектуальная собственность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28816" y="53126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9DB3A4"/>
                </a:solidFill>
                <a:latin typeface="Inter"/>
              </a:rPr>
              <a:t>sudact · Роспатент/ФИПС товарные знаки · Росреестр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598932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Продукты: ЕРИР-реклама · Честный ЗНАК (roadmap) · клиники/каталог: ЕГРЮЛ + sudact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9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08 · РУКОВОДСТВО ПОЛЬЗОВАТЕЛЯ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Что делать и как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235708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Выбрать домен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3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12 плагинов — не ставь все сразу,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4983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поставь 1-2 по своей роли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3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Установка за 5 минут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9976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856732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Пройти интервью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Cold-start: 2 мин (quick)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или 15 мин (full)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6008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Профиль заполняется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1000" y="1783080"/>
            <a:ext cx="3429000" cy="2011680"/>
          </a:xfrm>
          <a:prstGeom prst="roundRect">
            <a:avLst>
              <a:gd name="adj" fmla="val 4090"/>
            </a:avLst>
          </a:prstGeom>
          <a:solidFill>
            <a:srgbClr val="153A2B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77756" y="2020824"/>
            <a:ext cx="475488" cy="475488"/>
          </a:xfrm>
          <a:prstGeom prst="ellipse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JetBrains Mono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2624328"/>
            <a:ext cx="291693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8A268"/>
                </a:solidFill>
                <a:latin typeface="Inter"/>
              </a:rPr>
              <a:t>Использовать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3008376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Все навыки домена работают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3268980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по правилам твоей команды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1" y="3529584"/>
            <a:ext cx="29169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DB3A4"/>
                </a:solidFill>
                <a:latin typeface="Inter"/>
              </a:rPr>
              <a:t>→ Выход — draft для проверки юристом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8952" y="4160520"/>
            <a:ext cx="10671048" cy="2057400"/>
          </a:xfrm>
          <a:prstGeom prst="roundRect">
            <a:avLst>
              <a:gd name="adj" fmla="val 4000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160520"/>
            <a:ext cx="45720" cy="205740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" y="4379976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Типовые запросы к агенту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78231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«Проверь этот договор поставки на риски» → Коммерческие договоры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05663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«Нужна ли оценка воздействия для этой фичи?» → Персональные данные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533095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«Кто-то использует наш логотип без разрешения» → ИС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560527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«Сделай хронологию по делу» → Судебная работа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10 / 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gradFill rotWithShape="1">
            <a:gsLst>
              <a:gs pos="0">
                <a:srgbClr val="0E2A1E"/>
              </a:gs>
              <a:gs pos="100000">
                <a:srgbClr val="1C382C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5029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200">
                <a:solidFill>
                  <a:srgbClr val="B8A268"/>
                </a:solidFill>
                <a:latin typeface="JetBrains Mono"/>
              </a:rPr>
              <a:t>09 · РАЗВИТИЕ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046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700" b="1" i="0">
                <a:solidFill>
                  <a:srgbClr val="F2EBDD"/>
                </a:solidFill>
                <a:latin typeface="Playfair Display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570067" y="1463040"/>
            <a:ext cx="1051560" cy="4114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1737360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1737360"/>
            <a:ext cx="45720" cy="148132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956815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Один MCP-сервер vector-legal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5915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Единый сервер поверх существующих коннекторов: atomno-mcp + Russian-Law-MCP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Инструменты «проверь контрагента», «найди судебную практику», «загрузи редакцию»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907791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Снимает требование [verify] — provenance приходит автоматически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3401568"/>
            <a:ext cx="10671048" cy="1481328"/>
          </a:xfrm>
          <a:prstGeom prst="roundRect">
            <a:avLst>
              <a:gd name="adj" fmla="val 5555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3401568"/>
            <a:ext cx="45720" cy="1481328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3621024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Отраслевые надстройки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02336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Мясопереработка · сельское хозяйство · ФЗ-193 о сельскохозяйственной кооперации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29768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Гос-контракты 44-ФЗ/223-ФЗ · Антимонопольный домен ФЗ-135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572000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Расширяет commercial-legal отраслевыми правилами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" y="5065776"/>
            <a:ext cx="10671048" cy="1005840"/>
          </a:xfrm>
          <a:prstGeom prst="roundRect">
            <a:avLst>
              <a:gd name="adj" fmla="val 8181"/>
            </a:avLst>
          </a:prstGeom>
          <a:solidFill>
            <a:srgbClr val="133526"/>
          </a:solidFill>
          <a:ln w="12700">
            <a:solidFill>
              <a:srgbClr val="265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5065776"/>
            <a:ext cx="45720" cy="100584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5285232"/>
            <a:ext cx="100309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B8A268"/>
                </a:solidFill>
                <a:latin typeface="Inter"/>
              </a:rPr>
              <a:t>Связки с экосистемой Vector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5687568"/>
            <a:ext cx="100309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9DB3A4"/>
                </a:solidFill>
                <a:latin typeface="Inter"/>
              </a:rPr>
              <a:t>AgentHub · Work / Meat / Marketing — общий practice profile между доменами Vector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528816"/>
            <a:ext cx="10972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9DB3A4"/>
                </a:solidFill>
                <a:latin typeface="JetBrains Mono"/>
              </a:rPr>
              <a:t>11 /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6528816"/>
            <a:ext cx="4114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9DB3A4"/>
                </a:solidFill>
                <a:latin typeface="JetBrains Mono"/>
              </a:rPr>
              <a:t>Vector Legal · Hermes Agent · Osmosy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2609" cy="6858000"/>
          </a:xfrm>
          <a:prstGeom prst="rect">
            <a:avLst/>
          </a:prstGeom>
          <a:solidFill>
            <a:srgbClr val="0E2A1E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2609" cy="45720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41448" y="1234440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8A268"/>
                </a:solidFill>
                <a:latin typeface="Playfair Display"/>
              </a:rPr>
              <a:t>Vector Legal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41448" y="22860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F2EBDD"/>
                </a:solidFill>
                <a:latin typeface="Inter"/>
              </a:rPr>
              <a:t>12 плагинов · 168 навыков · адаптация claude-for-legal под право РФ</a:t>
            </a:r>
          </a:p>
        </p:txBody>
      </p:sp>
      <p:sp>
        <p:nvSpPr>
          <p:cNvPr id="7" name="Rectangle 6"/>
          <p:cNvSpPr/>
          <p:nvPr/>
        </p:nvSpPr>
        <p:spPr>
          <a:xfrm>
            <a:off x="3813048" y="2788920"/>
            <a:ext cx="4572000" cy="32004"/>
          </a:xfrm>
          <a:prstGeom prst="rect">
            <a:avLst/>
          </a:prstGeom>
          <a:solidFill>
            <a:srgbClr val="B8A2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13048" y="3246120"/>
            <a:ext cx="4572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50" b="1" i="0">
                <a:solidFill>
                  <a:srgbClr val="F2EBDD"/>
                </a:solidFill>
                <a:latin typeface="JetBrains Mono"/>
              </a:rPr>
              <a:t>github.com/Osmosy/vector-legal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41448" y="388620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DB3A4"/>
                </a:solidFill>
                <a:latin typeface="Inter"/>
              </a:rPr>
              <a:t>MIT · структурная база: anthropics/claude-for-legal (Anthropic, Apache-2.0)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41448" y="4187952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9DB3A4"/>
                </a:solidFill>
                <a:latin typeface="Inter"/>
              </a:rPr>
              <a:t>адаптация под закон России: Osmosy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493776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F2EBDD"/>
                </a:solidFill>
                <a:latin typeface="Inter"/>
              </a:rPr>
              <a:t>Запустить: git clone https://github.com/Osmosy/vector-legal.git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5440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B8A268"/>
                </a:solidFill>
                <a:latin typeface="Inter"/>
              </a:rPr>
              <a:t>«Пройти cold-start интервью commercial-legal»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5760720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9DB3A4"/>
                </a:solidFill>
                <a:latin typeface="Inter"/>
              </a:rPr>
              <a:t>— этого достаточно, чтобы начать работу.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41448" y="6355080"/>
            <a:ext cx="7315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9DB3A4"/>
                </a:solidFill>
                <a:latin typeface="Inter"/>
              </a:rPr>
              <a:t>Все выходные данные — черновики для проверки юристом. Не юридическая консультация.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