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70000"/>
            </a:srgbClr>
          </a:solidFill>
          <a:ln w="9525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20303C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3D7EA6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20303C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D7EA6"/>
                </a:solidFill>
                <a:latin typeface="Inter Display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4798A"/>
                </a:solidFill>
                <a:latin typeface="JetBrains Mono"/>
              </a:rPr>
              <a:t>плагинов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D7EA6"/>
                </a:solidFill>
                <a:latin typeface="Inter Display"/>
              </a:rPr>
              <a:t>168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4798A"/>
                </a:solidFill>
                <a:latin typeface="JetBrains Mono"/>
              </a:rPr>
              <a:t>навыков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D7EA6"/>
                </a:solidFill>
                <a:latin typeface="Inter Display"/>
              </a:rPr>
              <a:t>РФ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4798A"/>
                </a:solidFill>
                <a:latin typeface="JetBrains Mono"/>
              </a:rPr>
              <a:t>право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5F7283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4798A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3D7EA6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4798A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0303C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0303C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0303C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4798A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4798A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3D7EA6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3D7EA6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20303C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20303C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4798A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4798A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20303C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3D7EA6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4798A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4798A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