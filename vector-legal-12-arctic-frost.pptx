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49927" y="13898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9927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20303C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3D7EA6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20303C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D7EA6"/>
                </a:solidFill>
                <a:latin typeface="Inter Display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64798A"/>
                </a:solidFill>
                <a:latin typeface="JetBrains Mono"/>
              </a:rPr>
              <a:t>плагинов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D7EA6"/>
                </a:solidFill>
                <a:latin typeface="Inter Display"/>
              </a:rPr>
              <a:t>168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64798A"/>
                </a:solidFill>
                <a:latin typeface="JetBrains Mono"/>
              </a:rPr>
              <a:t>навыков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D7EA6"/>
                </a:solidFill>
                <a:latin typeface="Inter Display"/>
              </a:rPr>
              <a:t>РФ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64798A"/>
                </a:solidFill>
                <a:latin typeface="JetBrains Mono"/>
              </a:rPr>
              <a:t>право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5989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F7283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F7283"/>
                </a:solidFill>
                <a:latin typeface="JetBrains Mono"/>
              </a:rPr>
              <a:t>Osmosy · Hermes Agent · 2026</a:t>
            </a:r>
          </a:p>
        </p:txBody>
      </p:sp>
      <p:pic>
        <p:nvPicPr>
          <p:cNvPr id="19" name="Picture 18" descr="vector_ray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822960" cy="582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3D7EA6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98A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303C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D7EA6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303C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D7EA6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303C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D7EA6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98A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98A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3D7EA6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7EA6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98A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7EA6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98A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7EA6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98A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7EA6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98A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7EA6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98A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7EA6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98A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7EA6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98A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D7EA6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98A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D7EA6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98A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D7EA6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D7EA6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20303C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D7EA6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D7EA6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2700">
            <a:solidFill>
              <a:srgbClr val="D5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D7EA6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98A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F7283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F7283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3D7EA6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303C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3D7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0303C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64798A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64798A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303C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D7EA6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4798A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4798A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