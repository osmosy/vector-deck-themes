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9525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20303C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D7EA6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20303C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плагинов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168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навыков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РФ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право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F7283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F7283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D7EA6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4798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303C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303C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0303C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98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98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D7EA6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F7283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F728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D7EA6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0303C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0303C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4798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4798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0303C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D7EA6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4798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4798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