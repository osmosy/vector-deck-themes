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C2A3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F6FED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B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A3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2F6FED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C2A3A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C2A3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C2A3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F6FED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B6B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B6B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