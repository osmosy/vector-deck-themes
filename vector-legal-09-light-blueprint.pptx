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1188720"/>
            <a:ext cx="45720" cy="201168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11887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2F6FED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517904"/>
            <a:ext cx="56692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 i="0">
                <a:solidFill>
                  <a:srgbClr val="2F6FED"/>
                </a:solidFill>
                <a:latin typeface="Inter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15184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0" i="0">
                <a:solidFill>
                  <a:srgbClr val="1C2A3A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2F6FED"/>
                </a:solidFill>
                <a:latin typeface="Inter Display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5B6B80"/>
                </a:solidFill>
                <a:latin typeface="JetBrains Mono"/>
              </a:rPr>
              <a:t>плагинов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2432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2F6FED"/>
                </a:solidFill>
                <a:latin typeface="Inter Display"/>
              </a:rPr>
              <a:t>168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432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5B6B80"/>
                </a:solidFill>
                <a:latin typeface="JetBrains Mono"/>
              </a:rPr>
              <a:t>навыков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2F6FED"/>
                </a:solidFill>
                <a:latin typeface="Inter Display"/>
              </a:rPr>
              <a:t>РФ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5B6B80"/>
                </a:solidFill>
                <a:latin typeface="JetBrains Mono"/>
              </a:rPr>
              <a:t>право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7091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F6FED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50749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B6B80"/>
                </a:solidFill>
                <a:latin typeface="Inter"/>
              </a:rPr>
              <a:t>Адаптация anthropics/claude-for-legal (Apache-2.0) · код — MIT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5394960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B6B80"/>
                </a:solidFill>
                <a:latin typeface="JetBrains Mono"/>
              </a:rPr>
              <a:t>Osmosy · Hermes Agent · 2026</a:t>
            </a:r>
          </a:p>
        </p:txBody>
      </p:sp>
      <p:pic>
        <p:nvPicPr>
          <p:cNvPr id="15" name="Picture 14" descr="vector_ra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274320"/>
            <a:ext cx="822960" cy="58240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2F6FED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C2A3A"/>
                </a:solidFill>
                <a:latin typeface="Inter Display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2F6FED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B6B80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2580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2580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C2A3A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2580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2F6FED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Адаптация (Osmosy, MIT)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C2A3A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B6B80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B6B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2F6FED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C2A3A"/>
                </a:solidFill>
                <a:latin typeface="Inter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2F6FED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B6B80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B6B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2F6FED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C2A3A"/>
                </a:solidFill>
                <a:latin typeface="Inter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B6B80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B6B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2F6FED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C2A3A"/>
                </a:solidFill>
                <a:latin typeface="Inter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B6B80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B6B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2F6FED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C2A3A"/>
                </a:solidFill>
                <a:latin typeface="Inter Display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C2A3A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2F6FED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B6B80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B6B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2F6FED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C2A3A"/>
                </a:solidFill>
                <a:latin typeface="Inter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B6B80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B6B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2F6FED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C2A3A"/>
                </a:solidFill>
                <a:latin typeface="Inter Display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B6B80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B6B80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2F6FED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2580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2580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Без MCP все цитаты — [model knowledge — verify]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B6B80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B6B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2F6FED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C2A3A"/>
                </a:solidFill>
                <a:latin typeface="Inter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F6FED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B6B80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F6FED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B6B80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F6FED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B6B80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F6FED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B6B80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F6FED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B6B80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F6FED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B6B80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F6FED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B6B80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F6FED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B6B80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B6B80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B6B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2F6FED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C2A3A"/>
                </a:solidFill>
                <a:latin typeface="Inter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1777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2F6FED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B6B80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B6B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2F6FED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C2A3A"/>
                </a:solidFill>
                <a:latin typeface="Inte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2F6FED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2F6FED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2F6FED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B6B80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B6B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2F6FED"/>
                </a:solidFill>
                <a:latin typeface="Inter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1C2A3A"/>
                </a:solidFill>
                <a:latin typeface="Inter"/>
              </a:rPr>
              <a:t>12 плагинов · 168 навыков · адаптация claude-for-legal под право РФ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1C2A3A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5B6B80"/>
                </a:solidFill>
                <a:latin typeface="Inter"/>
              </a:rPr>
              <a:t>MIT · структурная база: anthropics/claude-for-legal (Anthropic, Apache-2.0)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5B6B80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1C2A3A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2F6FED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5B6B80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5B6B80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