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2F6FED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1C2A3A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F6FED"/>
                </a:solidFill>
                <a:latin typeface="Inte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B6B80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F6FED"/>
                </a:solidFill>
                <a:latin typeface="Inter Display"/>
              </a:rPr>
              <a:t>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B6B80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2F6FED"/>
                </a:solidFill>
                <a:latin typeface="Inte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B6B80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2F6FED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B6B80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C2A3A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C2A3A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2A3A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80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80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2F6FED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2580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F6FED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B80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F6FED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80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1777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2F6FED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C2A3A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F6FED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B80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B80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B6B80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2F6FED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C2A3A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C2A3A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B6B80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B6B80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C2A3A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F6FED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B6B80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B6B80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