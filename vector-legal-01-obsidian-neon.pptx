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251960" y="6245352"/>
            <a:ext cx="3694176" cy="365760"/>
          </a:xfrm>
          <a:prstGeom prst="roundRect">
            <a:avLst>
              <a:gd name="adj" fmla="val 50000"/>
            </a:avLst>
          </a:prstGeom>
          <a:solidFill>
            <a:srgbClr val="0B1220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54679" y="5925312"/>
            <a:ext cx="5888736" cy="384048"/>
          </a:xfrm>
          <a:prstGeom prst="roundRect">
            <a:avLst>
              <a:gd name="adj" fmla="val 50000"/>
            </a:avLst>
          </a:prstGeom>
          <a:solidFill>
            <a:srgbClr val="0B1220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B122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11C2E">
              <a:alpha val="70000"/>
            </a:srgbClr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2F7FD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38B2F8"/>
                </a:solidFill>
                <a:latin typeface="Inter Display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2F7FD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FA3BC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38B2F8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FA3BC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2F7FD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FA3BC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FA3BC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38B2F8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B1220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38B2F8"/>
                </a:solidFill>
                <a:latin typeface="Inte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2F7FD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2F7FD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FA3BC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FA3BC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2F7FD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8B2F8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FA3BC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