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3154679" y="5925312"/>
            <a:ext cx="5888736" cy="384048"/>
          </a:xfrm>
          <a:prstGeom prst="roundRect">
            <a:avLst>
              <a:gd name="adj" fmla="val 50000"/>
            </a:avLst>
          </a:prstGeom>
          <a:solidFill>
            <a:srgbClr val="0B1220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B122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itl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310896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111C2E">
              <a:alpha val="70000"/>
            </a:srgbClr>
          </a:solidFill>
          <a:ln w="9525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2F7FD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38B2F8"/>
                </a:solidFill>
                <a:latin typeface="Inter Display"/>
              </a:rPr>
              <a:t>Vector 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2F7FD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плагинов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168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навыков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38B2F8"/>
                </a:solidFill>
                <a:latin typeface="Inter Display"/>
              </a:rPr>
              <a:t>РФ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8FA3BC"/>
                </a:solidFill>
                <a:latin typeface="JetBrains Mono"/>
              </a:rPr>
              <a:t>право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FA3BC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3BC"/>
                </a:solidFill>
                <a:latin typeface="JetBrains Mono"/>
              </a:rPr>
              <a:t>Osmosy · Hermes Agent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38B2F8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FA3BC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F7FD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2F7FD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FA3BC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FA3BC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38B2F8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B2F8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3BC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41F33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B2F8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FA3BC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B1220"/>
              </a:gs>
              <a:gs pos="100000">
                <a:srgbClr val="19202E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38B2F8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F7FD"/>
                </a:solidFill>
                <a:latin typeface="Inte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111C2E"/>
          </a:solidFill>
          <a:ln w="12700">
            <a:solidFill>
              <a:srgbClr val="2434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38B2F8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FA3BC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8FA3BC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8FA3BC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B1220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38B2F8"/>
                </a:solidFill>
                <a:latin typeface="Inter Display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2F7FD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38B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2F7FD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FA3BC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8FA3BC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2F7FD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38B2F8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FA3BC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FA3BC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