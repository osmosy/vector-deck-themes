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2F7F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8B2F8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2F7FD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FA3BC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8B2F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FA3BC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2F7FD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FA3BC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FA3BC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8B2F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8B2F8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2F7F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FA3BC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FA3BC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2F7FD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8B2F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FA3BC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