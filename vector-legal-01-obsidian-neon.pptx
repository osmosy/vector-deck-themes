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251960" y="6245352"/>
            <a:ext cx="3694176" cy="365760"/>
          </a:xfrm>
          <a:prstGeom prst="roundRect">
            <a:avLst>
              <a:gd name="adj" fmla="val 50000"/>
            </a:avLst>
          </a:prstGeom>
          <a:solidFill>
            <a:srgbClr val="0B1220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54679" y="5925312"/>
            <a:ext cx="5888736" cy="384048"/>
          </a:xfrm>
          <a:prstGeom prst="roundRect">
            <a:avLst>
              <a:gd name="adj" fmla="val 50000"/>
            </a:avLst>
          </a:prstGeom>
          <a:solidFill>
            <a:srgbClr val="0B1220">
              <a:alpha val="9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B1220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t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310896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449927" y="1389888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111C2E">
              <a:alpha val="70000"/>
            </a:srgbClr>
          </a:solidFill>
          <a:ln w="9525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49927" y="1463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180">
                <a:solidFill>
                  <a:srgbClr val="F2F7FD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847088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38B2F8"/>
                </a:solidFill>
                <a:latin typeface="Inter Display"/>
              </a:rPr>
              <a:t>Vector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8648" y="30175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F2F7FD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8B2F8"/>
                </a:solidFill>
                <a:latin typeface="Inter Display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FA3BC"/>
                </a:solidFill>
                <a:latin typeface="JetBrains Mono"/>
              </a:rPr>
              <a:t>плагинов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8B2F8"/>
                </a:solidFill>
                <a:latin typeface="Inter Display"/>
              </a:rPr>
              <a:t>168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FA3BC"/>
                </a:solidFill>
                <a:latin typeface="JetBrains Mono"/>
              </a:rPr>
              <a:t>навыков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87768" y="3767328"/>
            <a:ext cx="1783080" cy="932688"/>
          </a:xfrm>
          <a:prstGeom prst="roundRect">
            <a:avLst>
              <a:gd name="adj" fmla="val 8823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8" y="3877056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8B2F8"/>
                </a:solidFill>
                <a:latin typeface="Inter Display"/>
              </a:rPr>
              <a:t>РФ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4343400"/>
            <a:ext cx="1783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100">
                <a:solidFill>
                  <a:srgbClr val="8FA3BC"/>
                </a:solidFill>
                <a:latin typeface="JetBrains Mono"/>
              </a:rPr>
              <a:t>право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5138928"/>
            <a:ext cx="3291840" cy="475488"/>
          </a:xfrm>
          <a:prstGeom prst="roundRect">
            <a:avLst>
              <a:gd name="adj" fmla="val 50000"/>
            </a:avLst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5248656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59893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8FA3BC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6309360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FA3BC"/>
                </a:solidFill>
                <a:latin typeface="JetBrains Mono"/>
              </a:rPr>
              <a:t>Osmosy · Hermes Agent · 2026</a:t>
            </a:r>
          </a:p>
        </p:txBody>
      </p:sp>
      <p:pic>
        <p:nvPicPr>
          <p:cNvPr id="25" name="Picture 24" descr="vector_ray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274320"/>
            <a:ext cx="822960" cy="5824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38B2F8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FA3BC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F7FD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4615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F2F7FD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4390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FA3BC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FA3BC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38B2F8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4615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4615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5806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2F8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3BC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2F8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3BC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2F8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3BC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2F8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3BC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2F8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3BC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2F8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3BC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2F8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3BC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8B2F8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FA3BC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141F33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8B2F8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3BC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4000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gradFill rotWithShape="1">
            <a:gsLst>
              <a:gs pos="0">
                <a:srgbClr val="0B1220"/>
              </a:gs>
              <a:gs pos="100000">
                <a:srgbClr val="19202E"/>
              </a:gs>
            </a:gsLst>
            <a:lin scaled="0" ang="14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38B2F8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700" b="1" i="0">
                <a:solidFill>
                  <a:srgbClr val="F2F7FD"/>
                </a:solidFill>
                <a:latin typeface="Inte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570067" y="1463040"/>
            <a:ext cx="1051560" cy="4114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8181"/>
            </a:avLst>
          </a:prstGeom>
          <a:solidFill>
            <a:srgbClr val="111C2E"/>
          </a:solidFill>
          <a:ln w="12700">
            <a:solidFill>
              <a:srgbClr val="24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38B2F8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FA3BC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FA3BC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FA3BC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0B1220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38B2F8"/>
                </a:solidFill>
                <a:latin typeface="Inter Display"/>
              </a:rPr>
              <a:t>Vector Legal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F2F7FD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38B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2F7FD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FA3BC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FA3BC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F2F7FD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8B2F8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8FA3BC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FA3BC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