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D92B2B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111111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D92B2B"/>
                </a:solidFill>
                <a:latin typeface="Inter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55555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D92B2B"/>
                </a:solidFill>
                <a:latin typeface="Inter Display"/>
              </a:rPr>
              <a:t>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55555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D92B2B"/>
                </a:solidFill>
                <a:latin typeface="Inter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55555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15" name="Picture 14" descr="vector_ra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D92B2B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555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5112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11111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590288"/>
            <a:ext cx="11064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11111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183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8952" y="4434840"/>
            <a:ext cx="1067104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91072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91072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11111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" y="2148840"/>
            <a:ext cx="10671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" y="4315968"/>
            <a:ext cx="513892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1072" y="4315968"/>
            <a:ext cx="513892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1810512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1810512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" y="3383280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1072" y="3383280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" y="4956048"/>
            <a:ext cx="51389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corporate-legal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91072" y="4956048"/>
            <a:ext cx="51389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D92B2B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2880360"/>
            <a:ext cx="5449824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1072" y="2880360"/>
            <a:ext cx="51389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" y="4864608"/>
            <a:ext cx="54498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4864608"/>
            <a:ext cx="513892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783080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807208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1072" y="2807208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831336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1072" y="3831336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855464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91072" y="4855464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9976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4160520"/>
            <a:ext cx="1067104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1737360"/>
            <a:ext cx="106710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" y="3401568"/>
            <a:ext cx="106710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" y="5065776"/>
            <a:ext cx="1067104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D92B2B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11111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11111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55555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55555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11111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2B2B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55555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55555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