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188720"/>
            <a:ext cx="45720" cy="201168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1887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517904"/>
            <a:ext cx="5669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D92B2B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1518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111111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D92B2B"/>
                </a:solidFill>
                <a:latin typeface="Inter Display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55555"/>
                </a:solidFill>
                <a:latin typeface="JetBrains Mono"/>
              </a:rPr>
              <a:t>плагинов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432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D92B2B"/>
                </a:solidFill>
                <a:latin typeface="Inter Display"/>
              </a:rPr>
              <a:t>167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432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55555"/>
                </a:solidFill>
                <a:latin typeface="JetBrains Mono"/>
              </a:rPr>
              <a:t>навыков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D92B2B"/>
                </a:solidFill>
                <a:latin typeface="Inter Display"/>
              </a:rPr>
              <a:t>РФ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55555"/>
                </a:solidFill>
                <a:latin typeface="JetBrains Mono"/>
              </a:rPr>
              <a:t>право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7091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2B2B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074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Inter"/>
              </a:rPr>
              <a:t>Адаптация из anthropics/claude-for-legal · Apache-2.0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39496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D92B2B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55555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889504"/>
            <a:ext cx="34290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5112" y="2889504"/>
            <a:ext cx="34290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11111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83296" y="2889504"/>
            <a:ext cx="34290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590288"/>
            <a:ext cx="110642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D92B2B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Адаптация (Osmosy, Apache-2.0)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11111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920240"/>
            <a:ext cx="2670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0" y="1920240"/>
            <a:ext cx="2670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46520" y="1920240"/>
            <a:ext cx="2670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18320" y="1920240"/>
            <a:ext cx="2670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8952" y="4434840"/>
            <a:ext cx="1067104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D92B2B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19072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1072" y="1719072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36976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91072" y="3236976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754879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91072" y="4754879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19072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1072" y="1719072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36976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91072" y="3236976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754879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91072" y="4754879"/>
            <a:ext cx="5330952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11111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" y="2148840"/>
            <a:ext cx="10671048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D92B2B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952" y="4315968"/>
            <a:ext cx="513892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91072" y="4315968"/>
            <a:ext cx="513892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1810512"/>
            <a:ext cx="51389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91072" y="1810512"/>
            <a:ext cx="51389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" y="3383280"/>
            <a:ext cx="51389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91072" y="3383280"/>
            <a:ext cx="51389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8952" y="4956048"/>
            <a:ext cx="5138928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corporate-legal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91072" y="4956048"/>
            <a:ext cx="5138928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D92B2B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" y="2880360"/>
            <a:ext cx="5449824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91072" y="2880360"/>
            <a:ext cx="513892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" y="4864608"/>
            <a:ext cx="544982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91072" y="4864608"/>
            <a:ext cx="5138928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Без MCP все цитаты — [модель знания — проверь]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2B2B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91072" y="1783080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2B2B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807208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2B2B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91072" y="2807208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2B2B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831336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2B2B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91072" y="3831336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2B2B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855464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2B2B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91072" y="4855464"/>
            <a:ext cx="5330952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92B2B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55555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1783080"/>
            <a:ext cx="3429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9976" y="1783080"/>
            <a:ext cx="3429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1783080"/>
            <a:ext cx="3429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92B2B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4160520"/>
            <a:ext cx="1067104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D92B2B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92B2B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111111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1737360"/>
            <a:ext cx="1067104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D92B2B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" y="3401568"/>
            <a:ext cx="1067104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D92B2B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" y="5065776"/>
            <a:ext cx="1067104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D92B2B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55555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D92B2B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111111"/>
                </a:solidFill>
                <a:latin typeface="Inter"/>
              </a:rPr>
              <a:t>12 плагинов · 167 навыков · адаптация claude-for-legal под право РФ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D9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111111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55555"/>
                </a:solidFill>
                <a:latin typeface="Inter"/>
              </a:rPr>
              <a:t>Apache-2.0 · структурная база: anthropics/claude-for-legal (Anthropic)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55555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111111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92B2B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555555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555555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