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1188720"/>
            <a:ext cx="45720" cy="201168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11887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D92B2B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517904"/>
            <a:ext cx="56692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 i="0">
                <a:solidFill>
                  <a:srgbClr val="D92B2B"/>
                </a:solidFill>
                <a:latin typeface="Inter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15184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0" i="0">
                <a:solidFill>
                  <a:srgbClr val="111111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D92B2B"/>
                </a:solidFill>
                <a:latin typeface="Inter Display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555555"/>
                </a:solidFill>
                <a:latin typeface="JetBrains Mono"/>
              </a:rPr>
              <a:t>плагинов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432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D92B2B"/>
                </a:solidFill>
                <a:latin typeface="Inter Display"/>
              </a:rPr>
              <a:t>168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432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555555"/>
                </a:solidFill>
                <a:latin typeface="JetBrains Mono"/>
              </a:rPr>
              <a:t>навыков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D92B2B"/>
                </a:solidFill>
                <a:latin typeface="Inter Display"/>
              </a:rPr>
              <a:t>РФ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555555"/>
                </a:solidFill>
                <a:latin typeface="JetBrains Mono"/>
              </a:rPr>
              <a:t>право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7091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92B2B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0749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Inter"/>
              </a:rPr>
              <a:t>Адаптация anthropics/claude-for-legal (Apache-2.0) · код — MIT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5394960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JetBrains Mono"/>
              </a:rPr>
              <a:t>Osmosy · Hermes Agent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D92B2B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11111"/>
                </a:solidFill>
                <a:latin typeface="Inter Display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D92B2B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55555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889504"/>
            <a:ext cx="34290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5112" y="2889504"/>
            <a:ext cx="34290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11111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83296" y="2889504"/>
            <a:ext cx="34290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590288"/>
            <a:ext cx="110642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D92B2B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Адаптация (Osmosy, MIT)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11111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55555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D92B2B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11111"/>
                </a:solidFill>
                <a:latin typeface="Inter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920240"/>
            <a:ext cx="2670048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0" y="1920240"/>
            <a:ext cx="2670048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46520" y="1920240"/>
            <a:ext cx="2670048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418320" y="1920240"/>
            <a:ext cx="2670048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8952" y="4434840"/>
            <a:ext cx="1067104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D92B2B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55555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D92B2B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11111"/>
                </a:solidFill>
                <a:latin typeface="Inter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19072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91072" y="1719072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36976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91072" y="3236976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754879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91072" y="4754879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55555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D92B2B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11111"/>
                </a:solidFill>
                <a:latin typeface="Inter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19072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91072" y="1719072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36976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91072" y="3236976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754879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91072" y="4754879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55555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D92B2B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11111"/>
                </a:solidFill>
                <a:latin typeface="Inter Display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11111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ectangle 7"/>
          <p:cNvSpPr/>
          <p:nvPr/>
        </p:nvSpPr>
        <p:spPr>
          <a:xfrm>
            <a:off x="758952" y="2148840"/>
            <a:ext cx="10671048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D92B2B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952" y="4315968"/>
            <a:ext cx="513892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91072" y="4315968"/>
            <a:ext cx="513892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55555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D92B2B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11111"/>
                </a:solidFill>
                <a:latin typeface="Inter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8952" y="1810512"/>
            <a:ext cx="513892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91072" y="1810512"/>
            <a:ext cx="513892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" y="3383280"/>
            <a:ext cx="513892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91072" y="3383280"/>
            <a:ext cx="513892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8952" y="4956048"/>
            <a:ext cx="5138928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corporate-legal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91072" y="4956048"/>
            <a:ext cx="5138928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55555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D92B2B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11111"/>
                </a:solidFill>
                <a:latin typeface="Inter Display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D92B2B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" y="2880360"/>
            <a:ext cx="5449824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91072" y="2880360"/>
            <a:ext cx="513892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952" y="4864608"/>
            <a:ext cx="544982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91072" y="4864608"/>
            <a:ext cx="5138928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Без MCP все цитаты — [model knowledge — verify]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55555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D92B2B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11111"/>
                </a:solidFill>
                <a:latin typeface="Inter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92B2B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91072" y="1783080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92B2B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807208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92B2B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91072" y="2807208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92B2B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831336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92B2B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91072" y="3831336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92B2B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855464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92B2B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91072" y="4855464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92B2B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55555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D92B2B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11111"/>
                </a:solidFill>
                <a:latin typeface="Inter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8952" y="1783080"/>
            <a:ext cx="34290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9976" y="1783080"/>
            <a:ext cx="34290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1783080"/>
            <a:ext cx="34290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" y="4160520"/>
            <a:ext cx="1067104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D92B2B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55555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D92B2B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11111"/>
                </a:solidFill>
                <a:latin typeface="Inte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8952" y="1737360"/>
            <a:ext cx="10671048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D92B2B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952" y="3401568"/>
            <a:ext cx="10671048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D92B2B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952" y="5065776"/>
            <a:ext cx="1067104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D92B2B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55555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D92B2B"/>
                </a:solidFill>
                <a:latin typeface="Inter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111111"/>
                </a:solidFill>
                <a:latin typeface="Inter"/>
              </a:rPr>
              <a:t>12 плагинов · 168 навыков · адаптация claude-for-legal под право РФ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111111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555555"/>
                </a:solidFill>
                <a:latin typeface="Inter"/>
              </a:rPr>
              <a:t>MIT · структурная база: anthropics/claude-for-legal (Anthropic, Apache-2.0)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555555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11111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92B2B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555555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555555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