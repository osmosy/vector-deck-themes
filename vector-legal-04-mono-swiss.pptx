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88720"/>
            <a:ext cx="45720" cy="201168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887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1790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D92B2B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1518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11111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D92B2B"/>
                </a:solidFill>
                <a:latin typeface="Inter Display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55555"/>
                </a:solidFill>
                <a:latin typeface="JetBrains Mono"/>
              </a:rPr>
              <a:t>плагинов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D92B2B"/>
                </a:solidFill>
                <a:latin typeface="Inter Display"/>
              </a:rPr>
              <a:t>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55555"/>
                </a:solidFill>
                <a:latin typeface="JetBrains Mono"/>
              </a:rPr>
              <a:t>навыков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D92B2B"/>
                </a:solidFill>
                <a:latin typeface="Inter Display"/>
              </a:rPr>
              <a:t>РФ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55555"/>
                </a:solidFill>
                <a:latin typeface="JetBrains Mono"/>
              </a:rPr>
              <a:t>право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74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949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D92B2B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89504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2889504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11111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2889504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90288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2B2B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11111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2670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920240"/>
            <a:ext cx="2670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920240"/>
            <a:ext cx="2670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20" y="1920240"/>
            <a:ext cx="2670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434840"/>
            <a:ext cx="106710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2B2B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19072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719072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36976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236976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754879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754879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19072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719072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36976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236976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754879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754879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2148840"/>
            <a:ext cx="10671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2B2B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4315968"/>
            <a:ext cx="51389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4315968"/>
            <a:ext cx="51389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810512"/>
            <a:ext cx="51389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810512"/>
            <a:ext cx="51389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383280"/>
            <a:ext cx="51389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383280"/>
            <a:ext cx="51389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4956048"/>
            <a:ext cx="51389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corporate-legal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4956048"/>
            <a:ext cx="51389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D92B2B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2880360"/>
            <a:ext cx="544982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2880360"/>
            <a:ext cx="51389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864608"/>
            <a:ext cx="54498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864608"/>
            <a:ext cx="51389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783080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807208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2807208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831336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831336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855464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4855464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2B2B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78308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178308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78308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2B2B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160520"/>
            <a:ext cx="106710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2B2B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2B2B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11111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737360"/>
            <a:ext cx="106710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2B2B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3401568"/>
            <a:ext cx="106710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2B2B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5065776"/>
            <a:ext cx="106710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2B2B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D92B2B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11111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D9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55555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55555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D92B2B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