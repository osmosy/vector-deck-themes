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4243B">
              <a:alpha val="70000"/>
            </a:srgbClr>
          </a:solidFill>
          <a:ln w="9525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FE0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C9A227"/>
                </a:solidFill>
                <a:latin typeface="Playfair Display"/>
              </a:rPr>
              <a:t>Vector 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FE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плагинов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168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C9A227"/>
                </a:solidFill>
                <a:latin typeface="Playfair Display"/>
              </a:rPr>
              <a:t>РФ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9B4C6"/>
                </a:solidFill>
                <a:latin typeface="JetBrains Mono"/>
              </a:rPr>
              <a:t>право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9B4C6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C9A227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9B4C6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FE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FE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EFE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B4C6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9B4C6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C9A227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C6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62841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9B4C6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F1B2D"/>
              </a:gs>
              <a:gs pos="100000">
                <a:srgbClr val="1D293B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C9A227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FE0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4243B"/>
          </a:solidFill>
          <a:ln w="12700">
            <a:solidFill>
              <a:srgbClr val="27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9A227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9B4C6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9B4C6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9B4C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nav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F1B2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C9A227"/>
                </a:solidFill>
                <a:latin typeface="Playfai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EFE0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EFE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9B4C6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9B4C6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EFE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9A227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9B4C6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9B4C6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