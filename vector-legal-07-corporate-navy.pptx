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F1B2D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4243B">
              <a:alpha val="70000"/>
            </a:srgbClr>
          </a:solidFill>
          <a:ln w="9525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FE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FE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9A227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9B4C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FE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9A227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FE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FE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FE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