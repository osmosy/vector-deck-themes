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navy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251960" y="6245352"/>
            <a:ext cx="3694176" cy="365760"/>
          </a:xfrm>
          <a:prstGeom prst="roundRect">
            <a:avLst>
              <a:gd name="adj" fmla="val 50000"/>
            </a:avLst>
          </a:prstGeom>
          <a:solidFill>
            <a:srgbClr val="0F1B2D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4679" y="5925312"/>
            <a:ext cx="5888736" cy="384048"/>
          </a:xfrm>
          <a:prstGeom prst="roundRect">
            <a:avLst>
              <a:gd name="adj" fmla="val 50000"/>
            </a:avLst>
          </a:prstGeom>
          <a:solidFill>
            <a:srgbClr val="0F1B2D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F1B2D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4243B">
              <a:alpha val="70000"/>
            </a:srgbClr>
          </a:solidFill>
          <a:ln w="9525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F5EFE0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C9A227"/>
                </a:solidFill>
                <a:latin typeface="Playfair Display"/>
              </a:rPr>
              <a:t>Vector 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5EFE0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  <a:latin typeface="Playfair Display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9B4C6"/>
                </a:solidFill>
                <a:latin typeface="JetBrains Mono"/>
              </a:rPr>
              <a:t>плагинов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  <a:latin typeface="Playfair Display"/>
              </a:rPr>
              <a:t>168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9B4C6"/>
                </a:solidFill>
                <a:latin typeface="JetBrains Mono"/>
              </a:rPr>
              <a:t>навыков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  <a:latin typeface="Playfair Display"/>
              </a:rPr>
              <a:t>РФ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A9B4C6"/>
                </a:solidFill>
                <a:latin typeface="JetBrains Mono"/>
              </a:rPr>
              <a:t>право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9B4C6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9B4C6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C9A227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9B4C6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5EFE0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5EFE0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5EFE0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B4C6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9B4C6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C9A227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C6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62841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4C6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D293B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9A227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EFE0"/>
                </a:solidFill>
                <a:latin typeface="Playfai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14243B"/>
          </a:solidFill>
          <a:ln w="12700">
            <a:solidFill>
              <a:srgbClr val="27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A227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4C6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4C6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A9B4C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navy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F1B2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C9A227"/>
                </a:solidFill>
                <a:latin typeface="Playfair Display"/>
              </a:rPr>
              <a:t>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5EFE0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5EFE0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9B4C6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9B4C6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5EFE0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9B4C6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9B4C6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